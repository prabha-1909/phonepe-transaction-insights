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E8E713-907C-42B3-9653-9A44F65149A2}" v="155" dt="2026-02-13T08:40:46.8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7.png"/><Relationship Id="rId7" Type="http://schemas.openxmlformats.org/officeDocument/2006/relationships/image" Target="../media/image4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10" Type="http://schemas.openxmlformats.org/officeDocument/2006/relationships/image" Target="../media/image38.svg"/><Relationship Id="rId4" Type="http://schemas.openxmlformats.org/officeDocument/2006/relationships/image" Target="../media/image28.svg"/><Relationship Id="rId9" Type="http://schemas.openxmlformats.org/officeDocument/2006/relationships/image" Target="../media/image37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7.png"/><Relationship Id="rId7" Type="http://schemas.openxmlformats.org/officeDocument/2006/relationships/image" Target="../media/image4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10" Type="http://schemas.openxmlformats.org/officeDocument/2006/relationships/image" Target="../media/image38.svg"/><Relationship Id="rId4" Type="http://schemas.openxmlformats.org/officeDocument/2006/relationships/image" Target="../media/image28.svg"/><Relationship Id="rId9" Type="http://schemas.openxmlformats.org/officeDocument/2006/relationships/image" Target="../media/image3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CEC8AC-7DDA-49FD-B59B-5F19104387A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1EC6177-ECB7-408C-835A-CA92EC7D07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Analyze transaction and user data across India</a:t>
          </a:r>
        </a:p>
      </dgm:t>
    </dgm:pt>
    <dgm:pt modelId="{88CDE3DB-17B7-4B03-BEE5-C51292E55672}" type="parTrans" cxnId="{E126FF22-98E0-43EF-B96E-2DED784F51AF}">
      <dgm:prSet/>
      <dgm:spPr/>
      <dgm:t>
        <a:bodyPr/>
        <a:lstStyle/>
        <a:p>
          <a:endParaRPr lang="en-US"/>
        </a:p>
      </dgm:t>
    </dgm:pt>
    <dgm:pt modelId="{F43ABE22-2B10-4E94-A8BF-BA46491E6738}" type="sibTrans" cxnId="{E126FF22-98E0-43EF-B96E-2DED784F51AF}">
      <dgm:prSet/>
      <dgm:spPr/>
      <dgm:t>
        <a:bodyPr/>
        <a:lstStyle/>
        <a:p>
          <a:endParaRPr lang="en-US"/>
        </a:p>
      </dgm:t>
    </dgm:pt>
    <dgm:pt modelId="{535BAE07-69A4-43AD-B3F2-6B139E7803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Identify high-performing states and districts</a:t>
          </a:r>
        </a:p>
      </dgm:t>
    </dgm:pt>
    <dgm:pt modelId="{F74DAB8F-8EEE-42DB-9837-61F0A3710447}" type="parTrans" cxnId="{2C50F154-F649-4F35-87EC-E2E4533CFDB0}">
      <dgm:prSet/>
      <dgm:spPr/>
      <dgm:t>
        <a:bodyPr/>
        <a:lstStyle/>
        <a:p>
          <a:endParaRPr lang="en-US"/>
        </a:p>
      </dgm:t>
    </dgm:pt>
    <dgm:pt modelId="{283EC111-6904-45D3-AE5D-263312D13C60}" type="sibTrans" cxnId="{2C50F154-F649-4F35-87EC-E2E4533CFDB0}">
      <dgm:prSet/>
      <dgm:spPr/>
      <dgm:t>
        <a:bodyPr/>
        <a:lstStyle/>
        <a:p>
          <a:endParaRPr lang="en-US"/>
        </a:p>
      </dgm:t>
    </dgm:pt>
    <dgm:pt modelId="{96FE39B0-2B71-4DAE-9ACF-A9EF818574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Understand device engagement patterns</a:t>
          </a:r>
        </a:p>
      </dgm:t>
    </dgm:pt>
    <dgm:pt modelId="{4D1F229B-6F02-4CFC-91F2-0C37169045BF}" type="parTrans" cxnId="{5027415F-73DF-4B7F-9DA0-88A6565F7358}">
      <dgm:prSet/>
      <dgm:spPr/>
      <dgm:t>
        <a:bodyPr/>
        <a:lstStyle/>
        <a:p>
          <a:endParaRPr lang="en-US"/>
        </a:p>
      </dgm:t>
    </dgm:pt>
    <dgm:pt modelId="{0570D532-F83C-4913-8D60-437340A5E2BA}" type="sibTrans" cxnId="{5027415F-73DF-4B7F-9DA0-88A6565F7358}">
      <dgm:prSet/>
      <dgm:spPr/>
      <dgm:t>
        <a:bodyPr/>
        <a:lstStyle/>
        <a:p>
          <a:endParaRPr lang="en-US"/>
        </a:p>
      </dgm:t>
    </dgm:pt>
    <dgm:pt modelId="{0D20A78D-F45D-419E-A807-FCD42F35D6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 strategic business decisions</a:t>
          </a:r>
        </a:p>
      </dgm:t>
    </dgm:pt>
    <dgm:pt modelId="{00F5DF64-2E36-4E6D-B8B1-DFEEA5E55A18}" type="parTrans" cxnId="{2FF8ED21-CB0A-4A7D-8344-90215D20E447}">
      <dgm:prSet/>
      <dgm:spPr/>
      <dgm:t>
        <a:bodyPr/>
        <a:lstStyle/>
        <a:p>
          <a:endParaRPr lang="en-US"/>
        </a:p>
      </dgm:t>
    </dgm:pt>
    <dgm:pt modelId="{84AFF450-22AD-4F30-8DC3-C27F777EB36C}" type="sibTrans" cxnId="{2FF8ED21-CB0A-4A7D-8344-90215D20E447}">
      <dgm:prSet/>
      <dgm:spPr/>
      <dgm:t>
        <a:bodyPr/>
        <a:lstStyle/>
        <a:p>
          <a:endParaRPr lang="en-US"/>
        </a:p>
      </dgm:t>
    </dgm:pt>
    <dgm:pt modelId="{0ACB9327-915D-4FC8-B4CD-8C98D872D3D1}" type="pres">
      <dgm:prSet presAssocID="{12CEC8AC-7DDA-49FD-B59B-5F19104387AC}" presName="root" presStyleCnt="0">
        <dgm:presLayoutVars>
          <dgm:dir/>
          <dgm:resizeHandles val="exact"/>
        </dgm:presLayoutVars>
      </dgm:prSet>
      <dgm:spPr/>
    </dgm:pt>
    <dgm:pt modelId="{C6AC18DD-55C9-4C40-B3F7-2BF2A21987F8}" type="pres">
      <dgm:prSet presAssocID="{A1EC6177-ECB7-408C-835A-CA92EC7D0792}" presName="compNode" presStyleCnt="0"/>
      <dgm:spPr/>
    </dgm:pt>
    <dgm:pt modelId="{716B7EA6-2CE5-4A3B-B2AC-C2EB22F3B37F}" type="pres">
      <dgm:prSet presAssocID="{A1EC6177-ECB7-408C-835A-CA92EC7D079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5BC543A-879E-4F41-A535-EBB93484E075}" type="pres">
      <dgm:prSet presAssocID="{A1EC6177-ECB7-408C-835A-CA92EC7D0792}" presName="spaceRect" presStyleCnt="0"/>
      <dgm:spPr/>
    </dgm:pt>
    <dgm:pt modelId="{74C7290D-EFE9-4B10-9E3E-FE9F96A22CCB}" type="pres">
      <dgm:prSet presAssocID="{A1EC6177-ECB7-408C-835A-CA92EC7D0792}" presName="textRect" presStyleLbl="revTx" presStyleIdx="0" presStyleCnt="4">
        <dgm:presLayoutVars>
          <dgm:chMax val="1"/>
          <dgm:chPref val="1"/>
        </dgm:presLayoutVars>
      </dgm:prSet>
      <dgm:spPr/>
    </dgm:pt>
    <dgm:pt modelId="{F7B95626-F214-4209-AB8C-CDF083C3671C}" type="pres">
      <dgm:prSet presAssocID="{F43ABE22-2B10-4E94-A8BF-BA46491E6738}" presName="sibTrans" presStyleCnt="0"/>
      <dgm:spPr/>
    </dgm:pt>
    <dgm:pt modelId="{16874E92-5FFB-4922-A405-BE8845694E60}" type="pres">
      <dgm:prSet presAssocID="{535BAE07-69A4-43AD-B3F2-6B139E780361}" presName="compNode" presStyleCnt="0"/>
      <dgm:spPr/>
    </dgm:pt>
    <dgm:pt modelId="{245E9D61-EF29-46B0-9ACC-F1DE82B721DC}" type="pres">
      <dgm:prSet presAssocID="{535BAE07-69A4-43AD-B3F2-6B139E78036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EB662B5F-A57E-4C5E-AB06-D33B8BC27844}" type="pres">
      <dgm:prSet presAssocID="{535BAE07-69A4-43AD-B3F2-6B139E780361}" presName="spaceRect" presStyleCnt="0"/>
      <dgm:spPr/>
    </dgm:pt>
    <dgm:pt modelId="{F7E0FFCD-7766-4037-9B89-8C491143850E}" type="pres">
      <dgm:prSet presAssocID="{535BAE07-69A4-43AD-B3F2-6B139E780361}" presName="textRect" presStyleLbl="revTx" presStyleIdx="1" presStyleCnt="4">
        <dgm:presLayoutVars>
          <dgm:chMax val="1"/>
          <dgm:chPref val="1"/>
        </dgm:presLayoutVars>
      </dgm:prSet>
      <dgm:spPr/>
    </dgm:pt>
    <dgm:pt modelId="{C39CB9D4-118F-4843-A43A-CCC76FFC1421}" type="pres">
      <dgm:prSet presAssocID="{283EC111-6904-45D3-AE5D-263312D13C60}" presName="sibTrans" presStyleCnt="0"/>
      <dgm:spPr/>
    </dgm:pt>
    <dgm:pt modelId="{8A69AE53-64D3-40EF-8D56-B18F004B865A}" type="pres">
      <dgm:prSet presAssocID="{96FE39B0-2B71-4DAE-9ACF-A9EF818574A9}" presName="compNode" presStyleCnt="0"/>
      <dgm:spPr/>
    </dgm:pt>
    <dgm:pt modelId="{444397FB-9F3D-4195-8776-3199AF77BE5D}" type="pres">
      <dgm:prSet presAssocID="{96FE39B0-2B71-4DAE-9ACF-A9EF818574A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38978B70-2CA7-4D87-A060-E3F3FEB0B841}" type="pres">
      <dgm:prSet presAssocID="{96FE39B0-2B71-4DAE-9ACF-A9EF818574A9}" presName="spaceRect" presStyleCnt="0"/>
      <dgm:spPr/>
    </dgm:pt>
    <dgm:pt modelId="{F08108AE-9091-4E03-A563-A92285D454AE}" type="pres">
      <dgm:prSet presAssocID="{96FE39B0-2B71-4DAE-9ACF-A9EF818574A9}" presName="textRect" presStyleLbl="revTx" presStyleIdx="2" presStyleCnt="4">
        <dgm:presLayoutVars>
          <dgm:chMax val="1"/>
          <dgm:chPref val="1"/>
        </dgm:presLayoutVars>
      </dgm:prSet>
      <dgm:spPr/>
    </dgm:pt>
    <dgm:pt modelId="{1099C0F3-E1DD-489A-AF5E-8BC829CCE31C}" type="pres">
      <dgm:prSet presAssocID="{0570D532-F83C-4913-8D60-437340A5E2BA}" presName="sibTrans" presStyleCnt="0"/>
      <dgm:spPr/>
    </dgm:pt>
    <dgm:pt modelId="{5D383AD7-2C3C-4D5A-B89B-99A97113E7ED}" type="pres">
      <dgm:prSet presAssocID="{0D20A78D-F45D-419E-A807-FCD42F35D630}" presName="compNode" presStyleCnt="0"/>
      <dgm:spPr/>
    </dgm:pt>
    <dgm:pt modelId="{44DE1CA8-2781-4579-91AA-9C920003E5E7}" type="pres">
      <dgm:prSet presAssocID="{0D20A78D-F45D-419E-A807-FCD42F35D63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14222F2F-7904-40CB-9E0E-2F98A074F632}" type="pres">
      <dgm:prSet presAssocID="{0D20A78D-F45D-419E-A807-FCD42F35D630}" presName="spaceRect" presStyleCnt="0"/>
      <dgm:spPr/>
    </dgm:pt>
    <dgm:pt modelId="{9F5640F1-84B4-4FE0-B902-6DD03CFB77A8}" type="pres">
      <dgm:prSet presAssocID="{0D20A78D-F45D-419E-A807-FCD42F35D63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07A630C-38EE-4753-83FE-ACFAF9FE5D45}" type="presOf" srcId="{12CEC8AC-7DDA-49FD-B59B-5F19104387AC}" destId="{0ACB9327-915D-4FC8-B4CD-8C98D872D3D1}" srcOrd="0" destOrd="0" presId="urn:microsoft.com/office/officeart/2018/2/layout/IconLabelList"/>
    <dgm:cxn modelId="{04FC1813-8F64-440C-BE55-0EB5CED0B4ED}" type="presOf" srcId="{96FE39B0-2B71-4DAE-9ACF-A9EF818574A9}" destId="{F08108AE-9091-4E03-A563-A92285D454AE}" srcOrd="0" destOrd="0" presId="urn:microsoft.com/office/officeart/2018/2/layout/IconLabelList"/>
    <dgm:cxn modelId="{2FF8ED21-CB0A-4A7D-8344-90215D20E447}" srcId="{12CEC8AC-7DDA-49FD-B59B-5F19104387AC}" destId="{0D20A78D-F45D-419E-A807-FCD42F35D630}" srcOrd="3" destOrd="0" parTransId="{00F5DF64-2E36-4E6D-B8B1-DFEEA5E55A18}" sibTransId="{84AFF450-22AD-4F30-8DC3-C27F777EB36C}"/>
    <dgm:cxn modelId="{E126FF22-98E0-43EF-B96E-2DED784F51AF}" srcId="{12CEC8AC-7DDA-49FD-B59B-5F19104387AC}" destId="{A1EC6177-ECB7-408C-835A-CA92EC7D0792}" srcOrd="0" destOrd="0" parTransId="{88CDE3DB-17B7-4B03-BEE5-C51292E55672}" sibTransId="{F43ABE22-2B10-4E94-A8BF-BA46491E6738}"/>
    <dgm:cxn modelId="{F3F27F23-B1EF-49F3-A131-727C3B94C8A3}" type="presOf" srcId="{A1EC6177-ECB7-408C-835A-CA92EC7D0792}" destId="{74C7290D-EFE9-4B10-9E3E-FE9F96A22CCB}" srcOrd="0" destOrd="0" presId="urn:microsoft.com/office/officeart/2018/2/layout/IconLabelList"/>
    <dgm:cxn modelId="{5027415F-73DF-4B7F-9DA0-88A6565F7358}" srcId="{12CEC8AC-7DDA-49FD-B59B-5F19104387AC}" destId="{96FE39B0-2B71-4DAE-9ACF-A9EF818574A9}" srcOrd="2" destOrd="0" parTransId="{4D1F229B-6F02-4CFC-91F2-0C37169045BF}" sibTransId="{0570D532-F83C-4913-8D60-437340A5E2BA}"/>
    <dgm:cxn modelId="{2C50F154-F649-4F35-87EC-E2E4533CFDB0}" srcId="{12CEC8AC-7DDA-49FD-B59B-5F19104387AC}" destId="{535BAE07-69A4-43AD-B3F2-6B139E780361}" srcOrd="1" destOrd="0" parTransId="{F74DAB8F-8EEE-42DB-9837-61F0A3710447}" sibTransId="{283EC111-6904-45D3-AE5D-263312D13C60}"/>
    <dgm:cxn modelId="{DA48587F-0070-4528-A22C-1D8828C26B62}" type="presOf" srcId="{535BAE07-69A4-43AD-B3F2-6B139E780361}" destId="{F7E0FFCD-7766-4037-9B89-8C491143850E}" srcOrd="0" destOrd="0" presId="urn:microsoft.com/office/officeart/2018/2/layout/IconLabelList"/>
    <dgm:cxn modelId="{725A8F96-7820-42E6-B2BC-3D7F2FEC4929}" type="presOf" srcId="{0D20A78D-F45D-419E-A807-FCD42F35D630}" destId="{9F5640F1-84B4-4FE0-B902-6DD03CFB77A8}" srcOrd="0" destOrd="0" presId="urn:microsoft.com/office/officeart/2018/2/layout/IconLabelList"/>
    <dgm:cxn modelId="{4D5AC005-92B6-4579-85A4-3D864FA9103A}" type="presParOf" srcId="{0ACB9327-915D-4FC8-B4CD-8C98D872D3D1}" destId="{C6AC18DD-55C9-4C40-B3F7-2BF2A21987F8}" srcOrd="0" destOrd="0" presId="urn:microsoft.com/office/officeart/2018/2/layout/IconLabelList"/>
    <dgm:cxn modelId="{791A3EB0-D990-47DD-8691-80AABBF841C1}" type="presParOf" srcId="{C6AC18DD-55C9-4C40-B3F7-2BF2A21987F8}" destId="{716B7EA6-2CE5-4A3B-B2AC-C2EB22F3B37F}" srcOrd="0" destOrd="0" presId="urn:microsoft.com/office/officeart/2018/2/layout/IconLabelList"/>
    <dgm:cxn modelId="{32A811D9-E403-4C1D-8AF7-EE163AAFC912}" type="presParOf" srcId="{C6AC18DD-55C9-4C40-B3F7-2BF2A21987F8}" destId="{25BC543A-879E-4F41-A535-EBB93484E075}" srcOrd="1" destOrd="0" presId="urn:microsoft.com/office/officeart/2018/2/layout/IconLabelList"/>
    <dgm:cxn modelId="{69E255DA-D58B-4A10-96E5-A7F78C85FBE8}" type="presParOf" srcId="{C6AC18DD-55C9-4C40-B3F7-2BF2A21987F8}" destId="{74C7290D-EFE9-4B10-9E3E-FE9F96A22CCB}" srcOrd="2" destOrd="0" presId="urn:microsoft.com/office/officeart/2018/2/layout/IconLabelList"/>
    <dgm:cxn modelId="{2C0412FC-5191-4C7F-9DE7-A03677606A6E}" type="presParOf" srcId="{0ACB9327-915D-4FC8-B4CD-8C98D872D3D1}" destId="{F7B95626-F214-4209-AB8C-CDF083C3671C}" srcOrd="1" destOrd="0" presId="urn:microsoft.com/office/officeart/2018/2/layout/IconLabelList"/>
    <dgm:cxn modelId="{06240CEA-480E-4E5B-8EBF-9675B531ED6D}" type="presParOf" srcId="{0ACB9327-915D-4FC8-B4CD-8C98D872D3D1}" destId="{16874E92-5FFB-4922-A405-BE8845694E60}" srcOrd="2" destOrd="0" presId="urn:microsoft.com/office/officeart/2018/2/layout/IconLabelList"/>
    <dgm:cxn modelId="{A9D48DB5-3EA6-488C-A6B8-FA0F5B2BA320}" type="presParOf" srcId="{16874E92-5FFB-4922-A405-BE8845694E60}" destId="{245E9D61-EF29-46B0-9ACC-F1DE82B721DC}" srcOrd="0" destOrd="0" presId="urn:microsoft.com/office/officeart/2018/2/layout/IconLabelList"/>
    <dgm:cxn modelId="{9CB0C7C9-AE9D-421A-81FD-E9881E7C83F3}" type="presParOf" srcId="{16874E92-5FFB-4922-A405-BE8845694E60}" destId="{EB662B5F-A57E-4C5E-AB06-D33B8BC27844}" srcOrd="1" destOrd="0" presId="urn:microsoft.com/office/officeart/2018/2/layout/IconLabelList"/>
    <dgm:cxn modelId="{8478C4B9-BFD3-4E53-9D5E-6D50381B69FC}" type="presParOf" srcId="{16874E92-5FFB-4922-A405-BE8845694E60}" destId="{F7E0FFCD-7766-4037-9B89-8C491143850E}" srcOrd="2" destOrd="0" presId="urn:microsoft.com/office/officeart/2018/2/layout/IconLabelList"/>
    <dgm:cxn modelId="{7D995A8C-6D88-4C6E-BF56-95AB675FFEC8}" type="presParOf" srcId="{0ACB9327-915D-4FC8-B4CD-8C98D872D3D1}" destId="{C39CB9D4-118F-4843-A43A-CCC76FFC1421}" srcOrd="3" destOrd="0" presId="urn:microsoft.com/office/officeart/2018/2/layout/IconLabelList"/>
    <dgm:cxn modelId="{5777CC39-52D3-4BE4-9155-A3CED187DBCF}" type="presParOf" srcId="{0ACB9327-915D-4FC8-B4CD-8C98D872D3D1}" destId="{8A69AE53-64D3-40EF-8D56-B18F004B865A}" srcOrd="4" destOrd="0" presId="urn:microsoft.com/office/officeart/2018/2/layout/IconLabelList"/>
    <dgm:cxn modelId="{C0F1A2A1-395D-4719-9968-6BA81EC86A08}" type="presParOf" srcId="{8A69AE53-64D3-40EF-8D56-B18F004B865A}" destId="{444397FB-9F3D-4195-8776-3199AF77BE5D}" srcOrd="0" destOrd="0" presId="urn:microsoft.com/office/officeart/2018/2/layout/IconLabelList"/>
    <dgm:cxn modelId="{93DD46F0-F1A5-4421-9AD4-993BF5A26BE5}" type="presParOf" srcId="{8A69AE53-64D3-40EF-8D56-B18F004B865A}" destId="{38978B70-2CA7-4D87-A060-E3F3FEB0B841}" srcOrd="1" destOrd="0" presId="urn:microsoft.com/office/officeart/2018/2/layout/IconLabelList"/>
    <dgm:cxn modelId="{6F13253D-85E5-4AAE-BBD3-365D9576F20B}" type="presParOf" srcId="{8A69AE53-64D3-40EF-8D56-B18F004B865A}" destId="{F08108AE-9091-4E03-A563-A92285D454AE}" srcOrd="2" destOrd="0" presId="urn:microsoft.com/office/officeart/2018/2/layout/IconLabelList"/>
    <dgm:cxn modelId="{21021614-DC77-4203-95AC-3FD21DAE903E}" type="presParOf" srcId="{0ACB9327-915D-4FC8-B4CD-8C98D872D3D1}" destId="{1099C0F3-E1DD-489A-AF5E-8BC829CCE31C}" srcOrd="5" destOrd="0" presId="urn:microsoft.com/office/officeart/2018/2/layout/IconLabelList"/>
    <dgm:cxn modelId="{0D7DFB01-FF3A-412E-81E7-53B08C7206C2}" type="presParOf" srcId="{0ACB9327-915D-4FC8-B4CD-8C98D872D3D1}" destId="{5D383AD7-2C3C-4D5A-B89B-99A97113E7ED}" srcOrd="6" destOrd="0" presId="urn:microsoft.com/office/officeart/2018/2/layout/IconLabelList"/>
    <dgm:cxn modelId="{086B2CB1-20CF-4244-B11C-AF2DFEDB1008}" type="presParOf" srcId="{5D383AD7-2C3C-4D5A-B89B-99A97113E7ED}" destId="{44DE1CA8-2781-4579-91AA-9C920003E5E7}" srcOrd="0" destOrd="0" presId="urn:microsoft.com/office/officeart/2018/2/layout/IconLabelList"/>
    <dgm:cxn modelId="{6F5D82D0-1CA6-446F-96D5-7D6FFCA86E36}" type="presParOf" srcId="{5D383AD7-2C3C-4D5A-B89B-99A97113E7ED}" destId="{14222F2F-7904-40CB-9E0E-2F98A074F632}" srcOrd="1" destOrd="0" presId="urn:microsoft.com/office/officeart/2018/2/layout/IconLabelList"/>
    <dgm:cxn modelId="{D7E685CE-2B57-427A-8431-4A1C4E20B10D}" type="presParOf" srcId="{5D383AD7-2C3C-4D5A-B89B-99A97113E7ED}" destId="{9F5640F1-84B4-4FE0-B902-6DD03CFB77A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C3F9A9-BEEF-4B6D-A424-DD4DBB02CA5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568D07-A0EA-4428-ABE9-0816D2A0B0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Aggregated tables (state-level)</a:t>
          </a:r>
        </a:p>
      </dgm:t>
    </dgm:pt>
    <dgm:pt modelId="{9A1266F9-2EE5-4E7E-9702-833C4B442284}" type="parTrans" cxnId="{8D16776A-B305-4062-8E63-B41C46F385B8}">
      <dgm:prSet/>
      <dgm:spPr/>
      <dgm:t>
        <a:bodyPr/>
        <a:lstStyle/>
        <a:p>
          <a:endParaRPr lang="en-US"/>
        </a:p>
      </dgm:t>
    </dgm:pt>
    <dgm:pt modelId="{255F52DD-7609-4746-8759-0C9436D57B78}" type="sibTrans" cxnId="{8D16776A-B305-4062-8E63-B41C46F385B8}">
      <dgm:prSet/>
      <dgm:spPr/>
      <dgm:t>
        <a:bodyPr/>
        <a:lstStyle/>
        <a:p>
          <a:endParaRPr lang="en-US"/>
        </a:p>
      </dgm:t>
    </dgm:pt>
    <dgm:pt modelId="{0A1F14C7-7C11-4FA2-8E7F-CC14B1F292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Map tables (district-level)</a:t>
          </a:r>
        </a:p>
      </dgm:t>
    </dgm:pt>
    <dgm:pt modelId="{E67E9A03-1D67-4B63-AF37-C3C7A60F44F8}" type="parTrans" cxnId="{B5E4EE78-9DEE-4E86-8AF8-B4284F6E50BF}">
      <dgm:prSet/>
      <dgm:spPr/>
      <dgm:t>
        <a:bodyPr/>
        <a:lstStyle/>
        <a:p>
          <a:endParaRPr lang="en-US"/>
        </a:p>
      </dgm:t>
    </dgm:pt>
    <dgm:pt modelId="{EE23EAD9-D198-40D5-8BCB-746C3027F11C}" type="sibTrans" cxnId="{B5E4EE78-9DEE-4E86-8AF8-B4284F6E50BF}">
      <dgm:prSet/>
      <dgm:spPr/>
      <dgm:t>
        <a:bodyPr/>
        <a:lstStyle/>
        <a:p>
          <a:endParaRPr lang="en-US"/>
        </a:p>
      </dgm:t>
    </dgm:pt>
    <dgm:pt modelId="{5A19A942-4B35-4AA3-AD80-3FCD6D5EB7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Top tables (ranking data)</a:t>
          </a:r>
        </a:p>
      </dgm:t>
    </dgm:pt>
    <dgm:pt modelId="{E7838E38-DB56-4EF5-9C0B-E6A77E1675CC}" type="parTrans" cxnId="{D523A9F0-ECFE-43AC-8818-321E16B2F1DB}">
      <dgm:prSet/>
      <dgm:spPr/>
      <dgm:t>
        <a:bodyPr/>
        <a:lstStyle/>
        <a:p>
          <a:endParaRPr lang="en-US"/>
        </a:p>
      </dgm:t>
    </dgm:pt>
    <dgm:pt modelId="{1768CDBE-2F73-4D50-A756-B406CA0CE7A9}" type="sibTrans" cxnId="{D523A9F0-ECFE-43AC-8818-321E16B2F1DB}">
      <dgm:prSet/>
      <dgm:spPr/>
      <dgm:t>
        <a:bodyPr/>
        <a:lstStyle/>
        <a:p>
          <a:endParaRPr lang="en-US"/>
        </a:p>
      </dgm:t>
    </dgm:pt>
    <dgm:pt modelId="{988DB5DB-D0D0-4B7A-88A6-06933A3436B7}" type="pres">
      <dgm:prSet presAssocID="{CEC3F9A9-BEEF-4B6D-A424-DD4DBB02CA53}" presName="root" presStyleCnt="0">
        <dgm:presLayoutVars>
          <dgm:dir/>
          <dgm:resizeHandles val="exact"/>
        </dgm:presLayoutVars>
      </dgm:prSet>
      <dgm:spPr/>
    </dgm:pt>
    <dgm:pt modelId="{A68A4018-AC32-49D1-9636-9E3F32A0FB3C}" type="pres">
      <dgm:prSet presAssocID="{5C568D07-A0EA-4428-ABE9-0816D2A0B058}" presName="compNode" presStyleCnt="0"/>
      <dgm:spPr/>
    </dgm:pt>
    <dgm:pt modelId="{56B122AA-5B55-4A2A-A203-986E2D0F0AF1}" type="pres">
      <dgm:prSet presAssocID="{5C568D07-A0EA-4428-ABE9-0816D2A0B058}" presName="bgRect" presStyleLbl="bgShp" presStyleIdx="0" presStyleCnt="3"/>
      <dgm:spPr/>
    </dgm:pt>
    <dgm:pt modelId="{A163014C-757D-44E1-A44B-F38C0D6A8A60}" type="pres">
      <dgm:prSet presAssocID="{5C568D07-A0EA-4428-ABE9-0816D2A0B05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8868B28E-11DD-44DB-8997-09E04906AC4C}" type="pres">
      <dgm:prSet presAssocID="{5C568D07-A0EA-4428-ABE9-0816D2A0B058}" presName="spaceRect" presStyleCnt="0"/>
      <dgm:spPr/>
    </dgm:pt>
    <dgm:pt modelId="{C19AFAE8-78FF-47EB-A418-935A3415AC5B}" type="pres">
      <dgm:prSet presAssocID="{5C568D07-A0EA-4428-ABE9-0816D2A0B058}" presName="parTx" presStyleLbl="revTx" presStyleIdx="0" presStyleCnt="3">
        <dgm:presLayoutVars>
          <dgm:chMax val="0"/>
          <dgm:chPref val="0"/>
        </dgm:presLayoutVars>
      </dgm:prSet>
      <dgm:spPr/>
    </dgm:pt>
    <dgm:pt modelId="{780BC75A-67D8-4209-B4EA-554755875B33}" type="pres">
      <dgm:prSet presAssocID="{255F52DD-7609-4746-8759-0C9436D57B78}" presName="sibTrans" presStyleCnt="0"/>
      <dgm:spPr/>
    </dgm:pt>
    <dgm:pt modelId="{9B7FE924-3282-43D6-8558-85A2C54AF799}" type="pres">
      <dgm:prSet presAssocID="{0A1F14C7-7C11-4FA2-8E7F-CC14B1F292A3}" presName="compNode" presStyleCnt="0"/>
      <dgm:spPr/>
    </dgm:pt>
    <dgm:pt modelId="{C4C99A37-71CA-4308-B55F-C9CE3164E012}" type="pres">
      <dgm:prSet presAssocID="{0A1F14C7-7C11-4FA2-8E7F-CC14B1F292A3}" presName="bgRect" presStyleLbl="bgShp" presStyleIdx="1" presStyleCnt="3"/>
      <dgm:spPr/>
    </dgm:pt>
    <dgm:pt modelId="{98449D84-0256-492B-88DA-24A8D6552ADE}" type="pres">
      <dgm:prSet presAssocID="{0A1F14C7-7C11-4FA2-8E7F-CC14B1F292A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C3AA65C4-2FBB-4159-A6D6-D3F306D74932}" type="pres">
      <dgm:prSet presAssocID="{0A1F14C7-7C11-4FA2-8E7F-CC14B1F292A3}" presName="spaceRect" presStyleCnt="0"/>
      <dgm:spPr/>
    </dgm:pt>
    <dgm:pt modelId="{5DE77E3A-64F2-4A3F-B9AB-01BA6EE11799}" type="pres">
      <dgm:prSet presAssocID="{0A1F14C7-7C11-4FA2-8E7F-CC14B1F292A3}" presName="parTx" presStyleLbl="revTx" presStyleIdx="1" presStyleCnt="3">
        <dgm:presLayoutVars>
          <dgm:chMax val="0"/>
          <dgm:chPref val="0"/>
        </dgm:presLayoutVars>
      </dgm:prSet>
      <dgm:spPr/>
    </dgm:pt>
    <dgm:pt modelId="{FF6E88C1-CB75-4297-867F-BBABC3BE38F6}" type="pres">
      <dgm:prSet presAssocID="{EE23EAD9-D198-40D5-8BCB-746C3027F11C}" presName="sibTrans" presStyleCnt="0"/>
      <dgm:spPr/>
    </dgm:pt>
    <dgm:pt modelId="{33365F7C-8F97-494C-AAF3-3FC20CD34A3E}" type="pres">
      <dgm:prSet presAssocID="{5A19A942-4B35-4AA3-AD80-3FCD6D5EB7D9}" presName="compNode" presStyleCnt="0"/>
      <dgm:spPr/>
    </dgm:pt>
    <dgm:pt modelId="{E5546696-D6C7-433B-A9E2-0C117F3412E7}" type="pres">
      <dgm:prSet presAssocID="{5A19A942-4B35-4AA3-AD80-3FCD6D5EB7D9}" presName="bgRect" presStyleLbl="bgShp" presStyleIdx="2" presStyleCnt="3"/>
      <dgm:spPr/>
    </dgm:pt>
    <dgm:pt modelId="{353CA308-E9F7-4E3D-9E09-B428937DF4C1}" type="pres">
      <dgm:prSet presAssocID="{5A19A942-4B35-4AA3-AD80-3FCD6D5EB7D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682E2BE1-C035-4370-89AD-2C95C580D627}" type="pres">
      <dgm:prSet presAssocID="{5A19A942-4B35-4AA3-AD80-3FCD6D5EB7D9}" presName="spaceRect" presStyleCnt="0"/>
      <dgm:spPr/>
    </dgm:pt>
    <dgm:pt modelId="{03FDA839-386E-461F-9827-80E118700337}" type="pres">
      <dgm:prSet presAssocID="{5A19A942-4B35-4AA3-AD80-3FCD6D5EB7D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948B107-420C-4A45-8CA4-F98652C1E414}" type="presOf" srcId="{5C568D07-A0EA-4428-ABE9-0816D2A0B058}" destId="{C19AFAE8-78FF-47EB-A418-935A3415AC5B}" srcOrd="0" destOrd="0" presId="urn:microsoft.com/office/officeart/2018/2/layout/IconVerticalSolidList"/>
    <dgm:cxn modelId="{BFE8542E-1D6D-4225-9B12-3228B5220ADC}" type="presOf" srcId="{5A19A942-4B35-4AA3-AD80-3FCD6D5EB7D9}" destId="{03FDA839-386E-461F-9827-80E118700337}" srcOrd="0" destOrd="0" presId="urn:microsoft.com/office/officeart/2018/2/layout/IconVerticalSolidList"/>
    <dgm:cxn modelId="{ED058B64-2CC3-4835-9F1A-E4BCFDAA20F2}" type="presOf" srcId="{CEC3F9A9-BEEF-4B6D-A424-DD4DBB02CA53}" destId="{988DB5DB-D0D0-4B7A-88A6-06933A3436B7}" srcOrd="0" destOrd="0" presId="urn:microsoft.com/office/officeart/2018/2/layout/IconVerticalSolidList"/>
    <dgm:cxn modelId="{8D16776A-B305-4062-8E63-B41C46F385B8}" srcId="{CEC3F9A9-BEEF-4B6D-A424-DD4DBB02CA53}" destId="{5C568D07-A0EA-4428-ABE9-0816D2A0B058}" srcOrd="0" destOrd="0" parTransId="{9A1266F9-2EE5-4E7E-9702-833C4B442284}" sibTransId="{255F52DD-7609-4746-8759-0C9436D57B78}"/>
    <dgm:cxn modelId="{B5E4EE78-9DEE-4E86-8AF8-B4284F6E50BF}" srcId="{CEC3F9A9-BEEF-4B6D-A424-DD4DBB02CA53}" destId="{0A1F14C7-7C11-4FA2-8E7F-CC14B1F292A3}" srcOrd="1" destOrd="0" parTransId="{E67E9A03-1D67-4B63-AF37-C3C7A60F44F8}" sibTransId="{EE23EAD9-D198-40D5-8BCB-746C3027F11C}"/>
    <dgm:cxn modelId="{33FDC490-C817-4A44-8865-E6B66DCFF41A}" type="presOf" srcId="{0A1F14C7-7C11-4FA2-8E7F-CC14B1F292A3}" destId="{5DE77E3A-64F2-4A3F-B9AB-01BA6EE11799}" srcOrd="0" destOrd="0" presId="urn:microsoft.com/office/officeart/2018/2/layout/IconVerticalSolidList"/>
    <dgm:cxn modelId="{D523A9F0-ECFE-43AC-8818-321E16B2F1DB}" srcId="{CEC3F9A9-BEEF-4B6D-A424-DD4DBB02CA53}" destId="{5A19A942-4B35-4AA3-AD80-3FCD6D5EB7D9}" srcOrd="2" destOrd="0" parTransId="{E7838E38-DB56-4EF5-9C0B-E6A77E1675CC}" sibTransId="{1768CDBE-2F73-4D50-A756-B406CA0CE7A9}"/>
    <dgm:cxn modelId="{7E433041-1A66-4D7F-A785-131980BF7350}" type="presParOf" srcId="{988DB5DB-D0D0-4B7A-88A6-06933A3436B7}" destId="{A68A4018-AC32-49D1-9636-9E3F32A0FB3C}" srcOrd="0" destOrd="0" presId="urn:microsoft.com/office/officeart/2018/2/layout/IconVerticalSolidList"/>
    <dgm:cxn modelId="{AC127EEC-281E-4FB9-B60B-2A94D0D9AFF0}" type="presParOf" srcId="{A68A4018-AC32-49D1-9636-9E3F32A0FB3C}" destId="{56B122AA-5B55-4A2A-A203-986E2D0F0AF1}" srcOrd="0" destOrd="0" presId="urn:microsoft.com/office/officeart/2018/2/layout/IconVerticalSolidList"/>
    <dgm:cxn modelId="{42907DF0-3F66-4ECB-B71C-F8EB328D633E}" type="presParOf" srcId="{A68A4018-AC32-49D1-9636-9E3F32A0FB3C}" destId="{A163014C-757D-44E1-A44B-F38C0D6A8A60}" srcOrd="1" destOrd="0" presId="urn:microsoft.com/office/officeart/2018/2/layout/IconVerticalSolidList"/>
    <dgm:cxn modelId="{B155727E-C522-4BB7-B239-DD6C162CD8F6}" type="presParOf" srcId="{A68A4018-AC32-49D1-9636-9E3F32A0FB3C}" destId="{8868B28E-11DD-44DB-8997-09E04906AC4C}" srcOrd="2" destOrd="0" presId="urn:microsoft.com/office/officeart/2018/2/layout/IconVerticalSolidList"/>
    <dgm:cxn modelId="{8A9A0261-48B3-408C-BE3D-7CD53CAB2EEE}" type="presParOf" srcId="{A68A4018-AC32-49D1-9636-9E3F32A0FB3C}" destId="{C19AFAE8-78FF-47EB-A418-935A3415AC5B}" srcOrd="3" destOrd="0" presId="urn:microsoft.com/office/officeart/2018/2/layout/IconVerticalSolidList"/>
    <dgm:cxn modelId="{28A997EC-A1EF-43C8-92AA-F2B7DAFEA29A}" type="presParOf" srcId="{988DB5DB-D0D0-4B7A-88A6-06933A3436B7}" destId="{780BC75A-67D8-4209-B4EA-554755875B33}" srcOrd="1" destOrd="0" presId="urn:microsoft.com/office/officeart/2018/2/layout/IconVerticalSolidList"/>
    <dgm:cxn modelId="{2972601D-7B36-461C-B99A-6B34A775FAE5}" type="presParOf" srcId="{988DB5DB-D0D0-4B7A-88A6-06933A3436B7}" destId="{9B7FE924-3282-43D6-8558-85A2C54AF799}" srcOrd="2" destOrd="0" presId="urn:microsoft.com/office/officeart/2018/2/layout/IconVerticalSolidList"/>
    <dgm:cxn modelId="{A4EE1B26-F114-4132-91AD-5507B63B9CCB}" type="presParOf" srcId="{9B7FE924-3282-43D6-8558-85A2C54AF799}" destId="{C4C99A37-71CA-4308-B55F-C9CE3164E012}" srcOrd="0" destOrd="0" presId="urn:microsoft.com/office/officeart/2018/2/layout/IconVerticalSolidList"/>
    <dgm:cxn modelId="{B41152EB-67DE-4381-BA3D-52001FAEFE5F}" type="presParOf" srcId="{9B7FE924-3282-43D6-8558-85A2C54AF799}" destId="{98449D84-0256-492B-88DA-24A8D6552ADE}" srcOrd="1" destOrd="0" presId="urn:microsoft.com/office/officeart/2018/2/layout/IconVerticalSolidList"/>
    <dgm:cxn modelId="{6EFA6743-CD07-4BA3-868B-F369EA8965A7}" type="presParOf" srcId="{9B7FE924-3282-43D6-8558-85A2C54AF799}" destId="{C3AA65C4-2FBB-4159-A6D6-D3F306D74932}" srcOrd="2" destOrd="0" presId="urn:microsoft.com/office/officeart/2018/2/layout/IconVerticalSolidList"/>
    <dgm:cxn modelId="{06B49120-ADDB-4325-A98A-ABC8A5357D96}" type="presParOf" srcId="{9B7FE924-3282-43D6-8558-85A2C54AF799}" destId="{5DE77E3A-64F2-4A3F-B9AB-01BA6EE11799}" srcOrd="3" destOrd="0" presId="urn:microsoft.com/office/officeart/2018/2/layout/IconVerticalSolidList"/>
    <dgm:cxn modelId="{B7627298-83A7-4DF4-849C-628F5FCD98AF}" type="presParOf" srcId="{988DB5DB-D0D0-4B7A-88A6-06933A3436B7}" destId="{FF6E88C1-CB75-4297-867F-BBABC3BE38F6}" srcOrd="3" destOrd="0" presId="urn:microsoft.com/office/officeart/2018/2/layout/IconVerticalSolidList"/>
    <dgm:cxn modelId="{4E1768C0-7EB9-44FB-8495-E6137ACB51BC}" type="presParOf" srcId="{988DB5DB-D0D0-4B7A-88A6-06933A3436B7}" destId="{33365F7C-8F97-494C-AAF3-3FC20CD34A3E}" srcOrd="4" destOrd="0" presId="urn:microsoft.com/office/officeart/2018/2/layout/IconVerticalSolidList"/>
    <dgm:cxn modelId="{59D49E94-2188-43F1-B1A6-3CB73D703B88}" type="presParOf" srcId="{33365F7C-8F97-494C-AAF3-3FC20CD34A3E}" destId="{E5546696-D6C7-433B-A9E2-0C117F3412E7}" srcOrd="0" destOrd="0" presId="urn:microsoft.com/office/officeart/2018/2/layout/IconVerticalSolidList"/>
    <dgm:cxn modelId="{BC90D43C-22F0-4313-96CD-CECDD25DBB83}" type="presParOf" srcId="{33365F7C-8F97-494C-AAF3-3FC20CD34A3E}" destId="{353CA308-E9F7-4E3D-9E09-B428937DF4C1}" srcOrd="1" destOrd="0" presId="urn:microsoft.com/office/officeart/2018/2/layout/IconVerticalSolidList"/>
    <dgm:cxn modelId="{15E0527D-C80A-4494-82C7-3F82F86C4820}" type="presParOf" srcId="{33365F7C-8F97-494C-AAF3-3FC20CD34A3E}" destId="{682E2BE1-C035-4370-89AD-2C95C580D627}" srcOrd="2" destOrd="0" presId="urn:microsoft.com/office/officeart/2018/2/layout/IconVerticalSolidList"/>
    <dgm:cxn modelId="{341572C5-7FB6-4AB7-A64D-A0927CCE65BF}" type="presParOf" srcId="{33365F7C-8F97-494C-AAF3-3FC20CD34A3E}" destId="{03FDA839-386E-461F-9827-80E11870033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BACF56F-090F-495F-B43D-5AC5782FB976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442E12D-0BB9-4943-89C3-939A9504CF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PostgreSQL (SQL Queries)</a:t>
          </a:r>
        </a:p>
      </dgm:t>
    </dgm:pt>
    <dgm:pt modelId="{EC4F4C2B-A2EA-4F7E-8100-7B1F632A50DA}" type="parTrans" cxnId="{E802427E-0390-4A7A-A2B5-5F88A201B371}">
      <dgm:prSet/>
      <dgm:spPr/>
      <dgm:t>
        <a:bodyPr/>
        <a:lstStyle/>
        <a:p>
          <a:endParaRPr lang="en-US"/>
        </a:p>
      </dgm:t>
    </dgm:pt>
    <dgm:pt modelId="{1384DAF0-990C-4DFE-AF80-2F5CFC698AD9}" type="sibTrans" cxnId="{E802427E-0390-4A7A-A2B5-5F88A201B371}">
      <dgm:prSet/>
      <dgm:spPr/>
      <dgm:t>
        <a:bodyPr/>
        <a:lstStyle/>
        <a:p>
          <a:endParaRPr lang="en-US"/>
        </a:p>
      </dgm:t>
    </dgm:pt>
    <dgm:pt modelId="{FAA49ACC-BA97-48E5-A99E-8CDAB050F9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Python (Pandas)</a:t>
          </a:r>
        </a:p>
      </dgm:t>
    </dgm:pt>
    <dgm:pt modelId="{64BB5FC9-1FE7-4935-B5FF-5D4B8D2D4388}" type="parTrans" cxnId="{90505BC6-E195-4AD4-9D89-A5A382184CC2}">
      <dgm:prSet/>
      <dgm:spPr/>
      <dgm:t>
        <a:bodyPr/>
        <a:lstStyle/>
        <a:p>
          <a:endParaRPr lang="en-US"/>
        </a:p>
      </dgm:t>
    </dgm:pt>
    <dgm:pt modelId="{F445284C-103C-481A-8CA5-563B0384E31E}" type="sibTrans" cxnId="{90505BC6-E195-4AD4-9D89-A5A382184CC2}">
      <dgm:prSet/>
      <dgm:spPr/>
      <dgm:t>
        <a:bodyPr/>
        <a:lstStyle/>
        <a:p>
          <a:endParaRPr lang="en-US"/>
        </a:p>
      </dgm:t>
    </dgm:pt>
    <dgm:pt modelId="{87701B17-C394-4B31-AD33-75B46DFECE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Streamlit (Dashboard)</a:t>
          </a:r>
        </a:p>
      </dgm:t>
    </dgm:pt>
    <dgm:pt modelId="{1FE2E1B7-D607-459C-BEF8-C43FD90380A7}" type="parTrans" cxnId="{18433EFF-8000-4C11-A20D-EB519F0DA0A2}">
      <dgm:prSet/>
      <dgm:spPr/>
      <dgm:t>
        <a:bodyPr/>
        <a:lstStyle/>
        <a:p>
          <a:endParaRPr lang="en-US"/>
        </a:p>
      </dgm:t>
    </dgm:pt>
    <dgm:pt modelId="{54E5F482-598B-4748-8B21-2D98D8F29F8A}" type="sibTrans" cxnId="{18433EFF-8000-4C11-A20D-EB519F0DA0A2}">
      <dgm:prSet/>
      <dgm:spPr/>
      <dgm:t>
        <a:bodyPr/>
        <a:lstStyle/>
        <a:p>
          <a:endParaRPr lang="en-US"/>
        </a:p>
      </dgm:t>
    </dgm:pt>
    <dgm:pt modelId="{7815A8AD-FD27-4450-9F35-1149868FFC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Plotly (Visualizations)</a:t>
          </a:r>
        </a:p>
      </dgm:t>
    </dgm:pt>
    <dgm:pt modelId="{0BF60824-E5BB-49E2-91AF-00406CBBEE2D}" type="parTrans" cxnId="{3FCF15EF-3535-480E-B418-2A9F8FD244DE}">
      <dgm:prSet/>
      <dgm:spPr/>
      <dgm:t>
        <a:bodyPr/>
        <a:lstStyle/>
        <a:p>
          <a:endParaRPr lang="en-US"/>
        </a:p>
      </dgm:t>
    </dgm:pt>
    <dgm:pt modelId="{433C37D0-C8E9-40B4-BEBC-5A24A91ADDDE}" type="sibTrans" cxnId="{3FCF15EF-3535-480E-B418-2A9F8FD244DE}">
      <dgm:prSet/>
      <dgm:spPr/>
      <dgm:t>
        <a:bodyPr/>
        <a:lstStyle/>
        <a:p>
          <a:endParaRPr lang="en-US"/>
        </a:p>
      </dgm:t>
    </dgm:pt>
    <dgm:pt modelId="{9613B1A8-EA88-499A-8154-A5DEBFA7FBC2}" type="pres">
      <dgm:prSet presAssocID="{1BACF56F-090F-495F-B43D-5AC5782FB976}" presName="root" presStyleCnt="0">
        <dgm:presLayoutVars>
          <dgm:dir/>
          <dgm:resizeHandles val="exact"/>
        </dgm:presLayoutVars>
      </dgm:prSet>
      <dgm:spPr/>
    </dgm:pt>
    <dgm:pt modelId="{B6C13386-922E-4CCB-A9C0-217C58AC40DC}" type="pres">
      <dgm:prSet presAssocID="{E442E12D-0BB9-4943-89C3-939A9504CF03}" presName="compNode" presStyleCnt="0"/>
      <dgm:spPr/>
    </dgm:pt>
    <dgm:pt modelId="{3D45ECC5-7CD5-47CD-80B6-33F774F244A0}" type="pres">
      <dgm:prSet presAssocID="{E442E12D-0BB9-4943-89C3-939A9504CF0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ED32B00-1F75-4B7A-A4EF-8CBA8806B8FE}" type="pres">
      <dgm:prSet presAssocID="{E442E12D-0BB9-4943-89C3-939A9504CF03}" presName="spaceRect" presStyleCnt="0"/>
      <dgm:spPr/>
    </dgm:pt>
    <dgm:pt modelId="{B6993301-0E31-4D70-BFBF-E41EF814EEAF}" type="pres">
      <dgm:prSet presAssocID="{E442E12D-0BB9-4943-89C3-939A9504CF03}" presName="textRect" presStyleLbl="revTx" presStyleIdx="0" presStyleCnt="4">
        <dgm:presLayoutVars>
          <dgm:chMax val="1"/>
          <dgm:chPref val="1"/>
        </dgm:presLayoutVars>
      </dgm:prSet>
      <dgm:spPr/>
    </dgm:pt>
    <dgm:pt modelId="{16A46989-5167-4024-80BB-40CB683AAB99}" type="pres">
      <dgm:prSet presAssocID="{1384DAF0-990C-4DFE-AF80-2F5CFC698AD9}" presName="sibTrans" presStyleCnt="0"/>
      <dgm:spPr/>
    </dgm:pt>
    <dgm:pt modelId="{790014DD-1F1D-4834-85DC-0176E0714236}" type="pres">
      <dgm:prSet presAssocID="{FAA49ACC-BA97-48E5-A99E-8CDAB050F98E}" presName="compNode" presStyleCnt="0"/>
      <dgm:spPr/>
    </dgm:pt>
    <dgm:pt modelId="{21105666-ABE3-4265-AFF1-16E90610A642}" type="pres">
      <dgm:prSet presAssocID="{FAA49ACC-BA97-48E5-A99E-8CDAB050F98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45FFEBC6-FF69-4326-AA9C-9D56A2D2E07E}" type="pres">
      <dgm:prSet presAssocID="{FAA49ACC-BA97-48E5-A99E-8CDAB050F98E}" presName="spaceRect" presStyleCnt="0"/>
      <dgm:spPr/>
    </dgm:pt>
    <dgm:pt modelId="{0EDEA27B-7EF2-47B9-9308-94F8388F9D13}" type="pres">
      <dgm:prSet presAssocID="{FAA49ACC-BA97-48E5-A99E-8CDAB050F98E}" presName="textRect" presStyleLbl="revTx" presStyleIdx="1" presStyleCnt="4">
        <dgm:presLayoutVars>
          <dgm:chMax val="1"/>
          <dgm:chPref val="1"/>
        </dgm:presLayoutVars>
      </dgm:prSet>
      <dgm:spPr/>
    </dgm:pt>
    <dgm:pt modelId="{42C84FC9-ED72-4A04-8292-71EFB3539C56}" type="pres">
      <dgm:prSet presAssocID="{F445284C-103C-481A-8CA5-563B0384E31E}" presName="sibTrans" presStyleCnt="0"/>
      <dgm:spPr/>
    </dgm:pt>
    <dgm:pt modelId="{4E0A6EC7-D00E-4B9F-AF6E-9B97A75E53B2}" type="pres">
      <dgm:prSet presAssocID="{87701B17-C394-4B31-AD33-75B46DFECE4F}" presName="compNode" presStyleCnt="0"/>
      <dgm:spPr/>
    </dgm:pt>
    <dgm:pt modelId="{C2633CCD-C55D-4F2B-A369-F9FF983AB4BE}" type="pres">
      <dgm:prSet presAssocID="{87701B17-C394-4B31-AD33-75B46DFECE4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ECEFF0E4-A4E1-4EA7-AB2E-7CB2A9D85BF1}" type="pres">
      <dgm:prSet presAssocID="{87701B17-C394-4B31-AD33-75B46DFECE4F}" presName="spaceRect" presStyleCnt="0"/>
      <dgm:spPr/>
    </dgm:pt>
    <dgm:pt modelId="{C7C6DE64-5C5F-419C-A2A9-94FA292AD218}" type="pres">
      <dgm:prSet presAssocID="{87701B17-C394-4B31-AD33-75B46DFECE4F}" presName="textRect" presStyleLbl="revTx" presStyleIdx="2" presStyleCnt="4">
        <dgm:presLayoutVars>
          <dgm:chMax val="1"/>
          <dgm:chPref val="1"/>
        </dgm:presLayoutVars>
      </dgm:prSet>
      <dgm:spPr/>
    </dgm:pt>
    <dgm:pt modelId="{0BDDFD02-7ACD-45DC-88D6-1E4B5D1F3720}" type="pres">
      <dgm:prSet presAssocID="{54E5F482-598B-4748-8B21-2D98D8F29F8A}" presName="sibTrans" presStyleCnt="0"/>
      <dgm:spPr/>
    </dgm:pt>
    <dgm:pt modelId="{4F57F499-7EEC-41B8-B138-46AC31AF635A}" type="pres">
      <dgm:prSet presAssocID="{7815A8AD-FD27-4450-9F35-1149868FFCE3}" presName="compNode" presStyleCnt="0"/>
      <dgm:spPr/>
    </dgm:pt>
    <dgm:pt modelId="{B5122C24-0B6C-4E4A-9444-A88D2C08CF91}" type="pres">
      <dgm:prSet presAssocID="{7815A8AD-FD27-4450-9F35-1149868FFCE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E67F79D0-56C3-4765-B303-BAA191885DEF}" type="pres">
      <dgm:prSet presAssocID="{7815A8AD-FD27-4450-9F35-1149868FFCE3}" presName="spaceRect" presStyleCnt="0"/>
      <dgm:spPr/>
    </dgm:pt>
    <dgm:pt modelId="{88624335-4F60-4A62-B467-5F448EDDA92D}" type="pres">
      <dgm:prSet presAssocID="{7815A8AD-FD27-4450-9F35-1149868FFCE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7D0B920-3CDE-46DE-8FA0-2638DA0FCA31}" type="presOf" srcId="{87701B17-C394-4B31-AD33-75B46DFECE4F}" destId="{C7C6DE64-5C5F-419C-A2A9-94FA292AD218}" srcOrd="0" destOrd="0" presId="urn:microsoft.com/office/officeart/2018/2/layout/IconLabelList"/>
    <dgm:cxn modelId="{DD544933-6FC0-4CC3-9A3A-1446A041CD9A}" type="presOf" srcId="{FAA49ACC-BA97-48E5-A99E-8CDAB050F98E}" destId="{0EDEA27B-7EF2-47B9-9308-94F8388F9D13}" srcOrd="0" destOrd="0" presId="urn:microsoft.com/office/officeart/2018/2/layout/IconLabelList"/>
    <dgm:cxn modelId="{AA6B8B3C-A473-417D-BD11-2085048F715D}" type="presOf" srcId="{7815A8AD-FD27-4450-9F35-1149868FFCE3}" destId="{88624335-4F60-4A62-B467-5F448EDDA92D}" srcOrd="0" destOrd="0" presId="urn:microsoft.com/office/officeart/2018/2/layout/IconLabelList"/>
    <dgm:cxn modelId="{E802427E-0390-4A7A-A2B5-5F88A201B371}" srcId="{1BACF56F-090F-495F-B43D-5AC5782FB976}" destId="{E442E12D-0BB9-4943-89C3-939A9504CF03}" srcOrd="0" destOrd="0" parTransId="{EC4F4C2B-A2EA-4F7E-8100-7B1F632A50DA}" sibTransId="{1384DAF0-990C-4DFE-AF80-2F5CFC698AD9}"/>
    <dgm:cxn modelId="{5AD746AB-B875-496D-861D-3B3FDFB48553}" type="presOf" srcId="{1BACF56F-090F-495F-B43D-5AC5782FB976}" destId="{9613B1A8-EA88-499A-8154-A5DEBFA7FBC2}" srcOrd="0" destOrd="0" presId="urn:microsoft.com/office/officeart/2018/2/layout/IconLabelList"/>
    <dgm:cxn modelId="{90505BC6-E195-4AD4-9D89-A5A382184CC2}" srcId="{1BACF56F-090F-495F-B43D-5AC5782FB976}" destId="{FAA49ACC-BA97-48E5-A99E-8CDAB050F98E}" srcOrd="1" destOrd="0" parTransId="{64BB5FC9-1FE7-4935-B5FF-5D4B8D2D4388}" sibTransId="{F445284C-103C-481A-8CA5-563B0384E31E}"/>
    <dgm:cxn modelId="{3FCF15EF-3535-480E-B418-2A9F8FD244DE}" srcId="{1BACF56F-090F-495F-B43D-5AC5782FB976}" destId="{7815A8AD-FD27-4450-9F35-1149868FFCE3}" srcOrd="3" destOrd="0" parTransId="{0BF60824-E5BB-49E2-91AF-00406CBBEE2D}" sibTransId="{433C37D0-C8E9-40B4-BEBC-5A24A91ADDDE}"/>
    <dgm:cxn modelId="{F781C7F2-2AAF-41B1-ABBE-C4F49DC3D390}" type="presOf" srcId="{E442E12D-0BB9-4943-89C3-939A9504CF03}" destId="{B6993301-0E31-4D70-BFBF-E41EF814EEAF}" srcOrd="0" destOrd="0" presId="urn:microsoft.com/office/officeart/2018/2/layout/IconLabelList"/>
    <dgm:cxn modelId="{18433EFF-8000-4C11-A20D-EB519F0DA0A2}" srcId="{1BACF56F-090F-495F-B43D-5AC5782FB976}" destId="{87701B17-C394-4B31-AD33-75B46DFECE4F}" srcOrd="2" destOrd="0" parTransId="{1FE2E1B7-D607-459C-BEF8-C43FD90380A7}" sibTransId="{54E5F482-598B-4748-8B21-2D98D8F29F8A}"/>
    <dgm:cxn modelId="{42517778-7E1A-4E93-8322-DBEB26F70EE2}" type="presParOf" srcId="{9613B1A8-EA88-499A-8154-A5DEBFA7FBC2}" destId="{B6C13386-922E-4CCB-A9C0-217C58AC40DC}" srcOrd="0" destOrd="0" presId="urn:microsoft.com/office/officeart/2018/2/layout/IconLabelList"/>
    <dgm:cxn modelId="{E2F60E5E-E265-471F-AB5D-197C3A763998}" type="presParOf" srcId="{B6C13386-922E-4CCB-A9C0-217C58AC40DC}" destId="{3D45ECC5-7CD5-47CD-80B6-33F774F244A0}" srcOrd="0" destOrd="0" presId="urn:microsoft.com/office/officeart/2018/2/layout/IconLabelList"/>
    <dgm:cxn modelId="{350E0299-972B-4772-B2B8-30D1DD2F802B}" type="presParOf" srcId="{B6C13386-922E-4CCB-A9C0-217C58AC40DC}" destId="{9ED32B00-1F75-4B7A-A4EF-8CBA8806B8FE}" srcOrd="1" destOrd="0" presId="urn:microsoft.com/office/officeart/2018/2/layout/IconLabelList"/>
    <dgm:cxn modelId="{135005B9-EED2-4EA8-91F5-4FDEB8D277D9}" type="presParOf" srcId="{B6C13386-922E-4CCB-A9C0-217C58AC40DC}" destId="{B6993301-0E31-4D70-BFBF-E41EF814EEAF}" srcOrd="2" destOrd="0" presId="urn:microsoft.com/office/officeart/2018/2/layout/IconLabelList"/>
    <dgm:cxn modelId="{E6261ABF-B17C-48E7-9C1A-2276EA01A3CE}" type="presParOf" srcId="{9613B1A8-EA88-499A-8154-A5DEBFA7FBC2}" destId="{16A46989-5167-4024-80BB-40CB683AAB99}" srcOrd="1" destOrd="0" presId="urn:microsoft.com/office/officeart/2018/2/layout/IconLabelList"/>
    <dgm:cxn modelId="{45F1602A-6022-46A3-ADD2-E79AAC206048}" type="presParOf" srcId="{9613B1A8-EA88-499A-8154-A5DEBFA7FBC2}" destId="{790014DD-1F1D-4834-85DC-0176E0714236}" srcOrd="2" destOrd="0" presId="urn:microsoft.com/office/officeart/2018/2/layout/IconLabelList"/>
    <dgm:cxn modelId="{243029D9-7ACB-484D-A389-F25CE58A5DE5}" type="presParOf" srcId="{790014DD-1F1D-4834-85DC-0176E0714236}" destId="{21105666-ABE3-4265-AFF1-16E90610A642}" srcOrd="0" destOrd="0" presId="urn:microsoft.com/office/officeart/2018/2/layout/IconLabelList"/>
    <dgm:cxn modelId="{0C6F6954-DCF4-4ED6-90D3-4AEDAC053468}" type="presParOf" srcId="{790014DD-1F1D-4834-85DC-0176E0714236}" destId="{45FFEBC6-FF69-4326-AA9C-9D56A2D2E07E}" srcOrd="1" destOrd="0" presId="urn:microsoft.com/office/officeart/2018/2/layout/IconLabelList"/>
    <dgm:cxn modelId="{C240DAEE-E13C-4267-9AF9-BE8A677F415A}" type="presParOf" srcId="{790014DD-1F1D-4834-85DC-0176E0714236}" destId="{0EDEA27B-7EF2-47B9-9308-94F8388F9D13}" srcOrd="2" destOrd="0" presId="urn:microsoft.com/office/officeart/2018/2/layout/IconLabelList"/>
    <dgm:cxn modelId="{4AA00423-B69D-4A3C-808D-4577678CC0A1}" type="presParOf" srcId="{9613B1A8-EA88-499A-8154-A5DEBFA7FBC2}" destId="{42C84FC9-ED72-4A04-8292-71EFB3539C56}" srcOrd="3" destOrd="0" presId="urn:microsoft.com/office/officeart/2018/2/layout/IconLabelList"/>
    <dgm:cxn modelId="{634CD618-DC99-48B7-8022-B2EDC6DB0A98}" type="presParOf" srcId="{9613B1A8-EA88-499A-8154-A5DEBFA7FBC2}" destId="{4E0A6EC7-D00E-4B9F-AF6E-9B97A75E53B2}" srcOrd="4" destOrd="0" presId="urn:microsoft.com/office/officeart/2018/2/layout/IconLabelList"/>
    <dgm:cxn modelId="{940E62F0-3E89-4232-B80A-6538D3C71ED1}" type="presParOf" srcId="{4E0A6EC7-D00E-4B9F-AF6E-9B97A75E53B2}" destId="{C2633CCD-C55D-4F2B-A369-F9FF983AB4BE}" srcOrd="0" destOrd="0" presId="urn:microsoft.com/office/officeart/2018/2/layout/IconLabelList"/>
    <dgm:cxn modelId="{AF9F51D8-9F2D-4522-9FFC-CA5D34A27610}" type="presParOf" srcId="{4E0A6EC7-D00E-4B9F-AF6E-9B97A75E53B2}" destId="{ECEFF0E4-A4E1-4EA7-AB2E-7CB2A9D85BF1}" srcOrd="1" destOrd="0" presId="urn:microsoft.com/office/officeart/2018/2/layout/IconLabelList"/>
    <dgm:cxn modelId="{7C766CAA-6CB9-4CEE-B6BB-EAD0245E17A8}" type="presParOf" srcId="{4E0A6EC7-D00E-4B9F-AF6E-9B97A75E53B2}" destId="{C7C6DE64-5C5F-419C-A2A9-94FA292AD218}" srcOrd="2" destOrd="0" presId="urn:microsoft.com/office/officeart/2018/2/layout/IconLabelList"/>
    <dgm:cxn modelId="{1C4A3177-FCA2-4BF5-83C1-DCFE975FF1F8}" type="presParOf" srcId="{9613B1A8-EA88-499A-8154-A5DEBFA7FBC2}" destId="{0BDDFD02-7ACD-45DC-88D6-1E4B5D1F3720}" srcOrd="5" destOrd="0" presId="urn:microsoft.com/office/officeart/2018/2/layout/IconLabelList"/>
    <dgm:cxn modelId="{83FCDAE4-A091-4409-BB0F-680103EABC10}" type="presParOf" srcId="{9613B1A8-EA88-499A-8154-A5DEBFA7FBC2}" destId="{4F57F499-7EEC-41B8-B138-46AC31AF635A}" srcOrd="6" destOrd="0" presId="urn:microsoft.com/office/officeart/2018/2/layout/IconLabelList"/>
    <dgm:cxn modelId="{04423ACB-42EC-4105-A361-BEE116EFB204}" type="presParOf" srcId="{4F57F499-7EEC-41B8-B138-46AC31AF635A}" destId="{B5122C24-0B6C-4E4A-9444-A88D2C08CF91}" srcOrd="0" destOrd="0" presId="urn:microsoft.com/office/officeart/2018/2/layout/IconLabelList"/>
    <dgm:cxn modelId="{CEA8F104-CD85-41F9-9E8E-456FF5D7718D}" type="presParOf" srcId="{4F57F499-7EEC-41B8-B138-46AC31AF635A}" destId="{E67F79D0-56C3-4765-B303-BAA191885DEF}" srcOrd="1" destOrd="0" presId="urn:microsoft.com/office/officeart/2018/2/layout/IconLabelList"/>
    <dgm:cxn modelId="{A6176068-56DC-4C0C-9DC7-B13E8964A2C1}" type="presParOf" srcId="{4F57F499-7EEC-41B8-B138-46AC31AF635A}" destId="{88624335-4F60-4A62-B467-5F448EDDA92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124CD70-D6F0-4383-9851-71C164EE637A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00E4BE7-85F2-475E-945A-CFB4996D5994}">
      <dgm:prSet/>
      <dgm:spPr/>
      <dgm:t>
        <a:bodyPr/>
        <a:lstStyle/>
        <a:p>
          <a:r>
            <a:rPr lang="en-US" b="1"/>
            <a:t>Insight:</a:t>
          </a:r>
          <a:endParaRPr lang="en-US"/>
        </a:p>
      </dgm:t>
    </dgm:pt>
    <dgm:pt modelId="{1CF6493D-536C-4872-A7EA-A2C1587FA8C1}" type="parTrans" cxnId="{06BCDE9C-7D3F-408E-BCBE-FBCB6F06CB87}">
      <dgm:prSet/>
      <dgm:spPr/>
      <dgm:t>
        <a:bodyPr/>
        <a:lstStyle/>
        <a:p>
          <a:endParaRPr lang="en-US"/>
        </a:p>
      </dgm:t>
    </dgm:pt>
    <dgm:pt modelId="{CEE132DB-81C1-415E-8FC3-4938F3C40EBF}" type="sibTrans" cxnId="{06BCDE9C-7D3F-408E-BCBE-FBCB6F06CB87}">
      <dgm:prSet/>
      <dgm:spPr/>
      <dgm:t>
        <a:bodyPr/>
        <a:lstStyle/>
        <a:p>
          <a:endParaRPr lang="en-US"/>
        </a:p>
      </dgm:t>
    </dgm:pt>
    <dgm:pt modelId="{244BAAD7-46E8-4D74-9E5A-19BD436D8604}">
      <dgm:prSet/>
      <dgm:spPr/>
      <dgm:t>
        <a:bodyPr/>
        <a:lstStyle/>
        <a:p>
          <a:r>
            <a:rPr lang="en-US"/>
            <a:t>Some states show strong growth in transaction value every year.</a:t>
          </a:r>
        </a:p>
      </dgm:t>
    </dgm:pt>
    <dgm:pt modelId="{5DBEC502-A918-4893-B370-4731F2479617}" type="parTrans" cxnId="{B5F2DA6D-BD16-469D-BEC7-2D0D74C3C8D0}">
      <dgm:prSet/>
      <dgm:spPr/>
      <dgm:t>
        <a:bodyPr/>
        <a:lstStyle/>
        <a:p>
          <a:endParaRPr lang="en-US"/>
        </a:p>
      </dgm:t>
    </dgm:pt>
    <dgm:pt modelId="{8B234615-CD2D-4BEA-AA15-957D6B682FC5}" type="sibTrans" cxnId="{B5F2DA6D-BD16-469D-BEC7-2D0D74C3C8D0}">
      <dgm:prSet/>
      <dgm:spPr/>
      <dgm:t>
        <a:bodyPr/>
        <a:lstStyle/>
        <a:p>
          <a:endParaRPr lang="en-US"/>
        </a:p>
      </dgm:t>
    </dgm:pt>
    <dgm:pt modelId="{512A89C5-5CD1-4FFA-A974-BE2FD97E6CC5}">
      <dgm:prSet/>
      <dgm:spPr/>
      <dgm:t>
        <a:bodyPr/>
        <a:lstStyle/>
        <a:p>
          <a:r>
            <a:rPr lang="en-US"/>
            <a:t>UPI category dominates most transactions.</a:t>
          </a:r>
        </a:p>
      </dgm:t>
    </dgm:pt>
    <dgm:pt modelId="{39E7ED05-1DD8-47BB-AB71-CC9048453082}" type="parTrans" cxnId="{F9A05F0A-71D9-4D85-A64F-8E88F84479D2}">
      <dgm:prSet/>
      <dgm:spPr/>
      <dgm:t>
        <a:bodyPr/>
        <a:lstStyle/>
        <a:p>
          <a:endParaRPr lang="en-US"/>
        </a:p>
      </dgm:t>
    </dgm:pt>
    <dgm:pt modelId="{038270EC-AF78-4BC6-A466-CFA4CB40D6D9}" type="sibTrans" cxnId="{F9A05F0A-71D9-4D85-A64F-8E88F84479D2}">
      <dgm:prSet/>
      <dgm:spPr/>
      <dgm:t>
        <a:bodyPr/>
        <a:lstStyle/>
        <a:p>
          <a:endParaRPr lang="en-US"/>
        </a:p>
      </dgm:t>
    </dgm:pt>
    <dgm:pt modelId="{2F94DCC8-7935-4018-B152-86B3A37879AF}">
      <dgm:prSet/>
      <dgm:spPr/>
      <dgm:t>
        <a:bodyPr/>
        <a:lstStyle/>
        <a:p>
          <a:r>
            <a:rPr lang="en-US"/>
            <a:t>A few states show slow growth, indicating market saturation or lower engagement.</a:t>
          </a:r>
        </a:p>
      </dgm:t>
    </dgm:pt>
    <dgm:pt modelId="{6A700D26-8A45-4430-AD8D-FF53D3E1F1DD}" type="parTrans" cxnId="{2C0DA495-07BD-4E56-AD32-F2D2E3B846B2}">
      <dgm:prSet/>
      <dgm:spPr/>
      <dgm:t>
        <a:bodyPr/>
        <a:lstStyle/>
        <a:p>
          <a:endParaRPr lang="en-US"/>
        </a:p>
      </dgm:t>
    </dgm:pt>
    <dgm:pt modelId="{013A7E32-A0C8-4918-9118-A236124049A6}" type="sibTrans" cxnId="{2C0DA495-07BD-4E56-AD32-F2D2E3B846B2}">
      <dgm:prSet/>
      <dgm:spPr/>
      <dgm:t>
        <a:bodyPr/>
        <a:lstStyle/>
        <a:p>
          <a:endParaRPr lang="en-US"/>
        </a:p>
      </dgm:t>
    </dgm:pt>
    <dgm:pt modelId="{B76F0C42-D843-488E-9C8A-28B7B80F3484}">
      <dgm:prSet/>
      <dgm:spPr/>
      <dgm:t>
        <a:bodyPr/>
        <a:lstStyle/>
        <a:p>
          <a:r>
            <a:rPr lang="en-US"/>
            <a:t>Transaction volume increases steadily each year.</a:t>
          </a:r>
        </a:p>
      </dgm:t>
    </dgm:pt>
    <dgm:pt modelId="{A1CD5A27-2C09-4FCD-A974-AC8F1F668BCE}" type="parTrans" cxnId="{EF6E0EBE-4A12-4CD6-9001-8D97D34E20B4}">
      <dgm:prSet/>
      <dgm:spPr/>
      <dgm:t>
        <a:bodyPr/>
        <a:lstStyle/>
        <a:p>
          <a:endParaRPr lang="en-US"/>
        </a:p>
      </dgm:t>
    </dgm:pt>
    <dgm:pt modelId="{7CE60973-5176-43E4-8D85-BF31EE3C198A}" type="sibTrans" cxnId="{EF6E0EBE-4A12-4CD6-9001-8D97D34E20B4}">
      <dgm:prSet/>
      <dgm:spPr/>
      <dgm:t>
        <a:bodyPr/>
        <a:lstStyle/>
        <a:p>
          <a:endParaRPr lang="en-US"/>
        </a:p>
      </dgm:t>
    </dgm:pt>
    <dgm:pt modelId="{C5F84810-C31B-4798-ADB3-094C3CEE3417}" type="pres">
      <dgm:prSet presAssocID="{B124CD70-D6F0-4383-9851-71C164EE637A}" presName="outerComposite" presStyleCnt="0">
        <dgm:presLayoutVars>
          <dgm:chMax val="5"/>
          <dgm:dir/>
          <dgm:resizeHandles val="exact"/>
        </dgm:presLayoutVars>
      </dgm:prSet>
      <dgm:spPr/>
    </dgm:pt>
    <dgm:pt modelId="{40364782-E3D9-4220-B323-839108562787}" type="pres">
      <dgm:prSet presAssocID="{B124CD70-D6F0-4383-9851-71C164EE637A}" presName="dummyMaxCanvas" presStyleCnt="0">
        <dgm:presLayoutVars/>
      </dgm:prSet>
      <dgm:spPr/>
    </dgm:pt>
    <dgm:pt modelId="{1AD42D3F-5347-4C49-A43E-7366EDCEA16E}" type="pres">
      <dgm:prSet presAssocID="{B124CD70-D6F0-4383-9851-71C164EE637A}" presName="FiveNodes_1" presStyleLbl="node1" presStyleIdx="0" presStyleCnt="5">
        <dgm:presLayoutVars>
          <dgm:bulletEnabled val="1"/>
        </dgm:presLayoutVars>
      </dgm:prSet>
      <dgm:spPr/>
    </dgm:pt>
    <dgm:pt modelId="{76DE03B4-4733-48DC-9B85-13DE400B5B39}" type="pres">
      <dgm:prSet presAssocID="{B124CD70-D6F0-4383-9851-71C164EE637A}" presName="FiveNodes_2" presStyleLbl="node1" presStyleIdx="1" presStyleCnt="5">
        <dgm:presLayoutVars>
          <dgm:bulletEnabled val="1"/>
        </dgm:presLayoutVars>
      </dgm:prSet>
      <dgm:spPr/>
    </dgm:pt>
    <dgm:pt modelId="{03BA2317-4CC3-4BAA-A0C8-87EB8B0C1AB4}" type="pres">
      <dgm:prSet presAssocID="{B124CD70-D6F0-4383-9851-71C164EE637A}" presName="FiveNodes_3" presStyleLbl="node1" presStyleIdx="2" presStyleCnt="5">
        <dgm:presLayoutVars>
          <dgm:bulletEnabled val="1"/>
        </dgm:presLayoutVars>
      </dgm:prSet>
      <dgm:spPr/>
    </dgm:pt>
    <dgm:pt modelId="{911E4BD3-EDAE-48C4-815D-FE4A94EB7A58}" type="pres">
      <dgm:prSet presAssocID="{B124CD70-D6F0-4383-9851-71C164EE637A}" presName="FiveNodes_4" presStyleLbl="node1" presStyleIdx="3" presStyleCnt="5">
        <dgm:presLayoutVars>
          <dgm:bulletEnabled val="1"/>
        </dgm:presLayoutVars>
      </dgm:prSet>
      <dgm:spPr/>
    </dgm:pt>
    <dgm:pt modelId="{C50AD931-4AFA-4143-AF44-692FDF23D4CA}" type="pres">
      <dgm:prSet presAssocID="{B124CD70-D6F0-4383-9851-71C164EE637A}" presName="FiveNodes_5" presStyleLbl="node1" presStyleIdx="4" presStyleCnt="5">
        <dgm:presLayoutVars>
          <dgm:bulletEnabled val="1"/>
        </dgm:presLayoutVars>
      </dgm:prSet>
      <dgm:spPr/>
    </dgm:pt>
    <dgm:pt modelId="{A0832265-6FED-4AEA-A956-EFCE83B5CC10}" type="pres">
      <dgm:prSet presAssocID="{B124CD70-D6F0-4383-9851-71C164EE637A}" presName="FiveConn_1-2" presStyleLbl="fgAccFollowNode1" presStyleIdx="0" presStyleCnt="4">
        <dgm:presLayoutVars>
          <dgm:bulletEnabled val="1"/>
        </dgm:presLayoutVars>
      </dgm:prSet>
      <dgm:spPr/>
    </dgm:pt>
    <dgm:pt modelId="{43008E81-3F16-4888-A924-3775AE48A680}" type="pres">
      <dgm:prSet presAssocID="{B124CD70-D6F0-4383-9851-71C164EE637A}" presName="FiveConn_2-3" presStyleLbl="fgAccFollowNode1" presStyleIdx="1" presStyleCnt="4">
        <dgm:presLayoutVars>
          <dgm:bulletEnabled val="1"/>
        </dgm:presLayoutVars>
      </dgm:prSet>
      <dgm:spPr/>
    </dgm:pt>
    <dgm:pt modelId="{00CA88C8-8E66-4E7F-9BCB-6DD1593BDD2C}" type="pres">
      <dgm:prSet presAssocID="{B124CD70-D6F0-4383-9851-71C164EE637A}" presName="FiveConn_3-4" presStyleLbl="fgAccFollowNode1" presStyleIdx="2" presStyleCnt="4">
        <dgm:presLayoutVars>
          <dgm:bulletEnabled val="1"/>
        </dgm:presLayoutVars>
      </dgm:prSet>
      <dgm:spPr/>
    </dgm:pt>
    <dgm:pt modelId="{7DB726E8-80E8-47D3-9630-0C1BE6711699}" type="pres">
      <dgm:prSet presAssocID="{B124CD70-D6F0-4383-9851-71C164EE637A}" presName="FiveConn_4-5" presStyleLbl="fgAccFollowNode1" presStyleIdx="3" presStyleCnt="4">
        <dgm:presLayoutVars>
          <dgm:bulletEnabled val="1"/>
        </dgm:presLayoutVars>
      </dgm:prSet>
      <dgm:spPr/>
    </dgm:pt>
    <dgm:pt modelId="{E59178CC-7FFB-4462-9620-25A21DA1C102}" type="pres">
      <dgm:prSet presAssocID="{B124CD70-D6F0-4383-9851-71C164EE637A}" presName="FiveNodes_1_text" presStyleLbl="node1" presStyleIdx="4" presStyleCnt="5">
        <dgm:presLayoutVars>
          <dgm:bulletEnabled val="1"/>
        </dgm:presLayoutVars>
      </dgm:prSet>
      <dgm:spPr/>
    </dgm:pt>
    <dgm:pt modelId="{6FA2B734-5027-404D-9F43-019D7B051101}" type="pres">
      <dgm:prSet presAssocID="{B124CD70-D6F0-4383-9851-71C164EE637A}" presName="FiveNodes_2_text" presStyleLbl="node1" presStyleIdx="4" presStyleCnt="5">
        <dgm:presLayoutVars>
          <dgm:bulletEnabled val="1"/>
        </dgm:presLayoutVars>
      </dgm:prSet>
      <dgm:spPr/>
    </dgm:pt>
    <dgm:pt modelId="{D9CE7F27-73F5-42C4-B1B4-19A0978D449F}" type="pres">
      <dgm:prSet presAssocID="{B124CD70-D6F0-4383-9851-71C164EE637A}" presName="FiveNodes_3_text" presStyleLbl="node1" presStyleIdx="4" presStyleCnt="5">
        <dgm:presLayoutVars>
          <dgm:bulletEnabled val="1"/>
        </dgm:presLayoutVars>
      </dgm:prSet>
      <dgm:spPr/>
    </dgm:pt>
    <dgm:pt modelId="{33D74F09-D825-43EC-AD8C-7DB28E0ACEBE}" type="pres">
      <dgm:prSet presAssocID="{B124CD70-D6F0-4383-9851-71C164EE637A}" presName="FiveNodes_4_text" presStyleLbl="node1" presStyleIdx="4" presStyleCnt="5">
        <dgm:presLayoutVars>
          <dgm:bulletEnabled val="1"/>
        </dgm:presLayoutVars>
      </dgm:prSet>
      <dgm:spPr/>
    </dgm:pt>
    <dgm:pt modelId="{9D6F6F2B-2B49-4400-AE00-872369862580}" type="pres">
      <dgm:prSet presAssocID="{B124CD70-D6F0-4383-9851-71C164EE637A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F9A05F0A-71D9-4D85-A64F-8E88F84479D2}" srcId="{B124CD70-D6F0-4383-9851-71C164EE637A}" destId="{512A89C5-5CD1-4FFA-A974-BE2FD97E6CC5}" srcOrd="2" destOrd="0" parTransId="{39E7ED05-1DD8-47BB-AB71-CC9048453082}" sibTransId="{038270EC-AF78-4BC6-A466-CFA4CB40D6D9}"/>
    <dgm:cxn modelId="{C704220B-9504-4345-A7C0-3C56096AD2E5}" type="presOf" srcId="{2F94DCC8-7935-4018-B152-86B3A37879AF}" destId="{33D74F09-D825-43EC-AD8C-7DB28E0ACEBE}" srcOrd="1" destOrd="0" presId="urn:microsoft.com/office/officeart/2005/8/layout/vProcess5"/>
    <dgm:cxn modelId="{3BDE7B27-665D-493A-AF3D-6DED6C724462}" type="presOf" srcId="{B76F0C42-D843-488E-9C8A-28B7B80F3484}" destId="{C50AD931-4AFA-4143-AF44-692FDF23D4CA}" srcOrd="0" destOrd="0" presId="urn:microsoft.com/office/officeart/2005/8/layout/vProcess5"/>
    <dgm:cxn modelId="{5272D62F-8DD9-4B28-9546-9DA67349BFD1}" type="presOf" srcId="{244BAAD7-46E8-4D74-9E5A-19BD436D8604}" destId="{6FA2B734-5027-404D-9F43-019D7B051101}" srcOrd="1" destOrd="0" presId="urn:microsoft.com/office/officeart/2005/8/layout/vProcess5"/>
    <dgm:cxn modelId="{8AAB644B-1362-4FFD-B067-24149BA6AA38}" type="presOf" srcId="{F00E4BE7-85F2-475E-945A-CFB4996D5994}" destId="{1AD42D3F-5347-4C49-A43E-7366EDCEA16E}" srcOrd="0" destOrd="0" presId="urn:microsoft.com/office/officeart/2005/8/layout/vProcess5"/>
    <dgm:cxn modelId="{B5F2DA6D-BD16-469D-BEC7-2D0D74C3C8D0}" srcId="{B124CD70-D6F0-4383-9851-71C164EE637A}" destId="{244BAAD7-46E8-4D74-9E5A-19BD436D8604}" srcOrd="1" destOrd="0" parTransId="{5DBEC502-A918-4893-B370-4731F2479617}" sibTransId="{8B234615-CD2D-4BEA-AA15-957D6B682FC5}"/>
    <dgm:cxn modelId="{9F33BE70-E058-4088-AA3E-6A5F96667FFD}" type="presOf" srcId="{038270EC-AF78-4BC6-A466-CFA4CB40D6D9}" destId="{00CA88C8-8E66-4E7F-9BCB-6DD1593BDD2C}" srcOrd="0" destOrd="0" presId="urn:microsoft.com/office/officeart/2005/8/layout/vProcess5"/>
    <dgm:cxn modelId="{B8CD4983-3603-494C-BD90-47845BD334C6}" type="presOf" srcId="{F00E4BE7-85F2-475E-945A-CFB4996D5994}" destId="{E59178CC-7FFB-4462-9620-25A21DA1C102}" srcOrd="1" destOrd="0" presId="urn:microsoft.com/office/officeart/2005/8/layout/vProcess5"/>
    <dgm:cxn modelId="{F0755787-8AD0-4D7E-AC3F-D2A6B46140E7}" type="presOf" srcId="{B124CD70-D6F0-4383-9851-71C164EE637A}" destId="{C5F84810-C31B-4798-ADB3-094C3CEE3417}" srcOrd="0" destOrd="0" presId="urn:microsoft.com/office/officeart/2005/8/layout/vProcess5"/>
    <dgm:cxn modelId="{2132C78D-4B33-404D-AB3F-164CB30FED99}" type="presOf" srcId="{8B234615-CD2D-4BEA-AA15-957D6B682FC5}" destId="{43008E81-3F16-4888-A924-3775AE48A680}" srcOrd="0" destOrd="0" presId="urn:microsoft.com/office/officeart/2005/8/layout/vProcess5"/>
    <dgm:cxn modelId="{0F5BE090-40C4-4410-8300-8066A3A3DB9D}" type="presOf" srcId="{B76F0C42-D843-488E-9C8A-28B7B80F3484}" destId="{9D6F6F2B-2B49-4400-AE00-872369862580}" srcOrd="1" destOrd="0" presId="urn:microsoft.com/office/officeart/2005/8/layout/vProcess5"/>
    <dgm:cxn modelId="{2C0DA495-07BD-4E56-AD32-F2D2E3B846B2}" srcId="{B124CD70-D6F0-4383-9851-71C164EE637A}" destId="{2F94DCC8-7935-4018-B152-86B3A37879AF}" srcOrd="3" destOrd="0" parTransId="{6A700D26-8A45-4430-AD8D-FF53D3E1F1DD}" sibTransId="{013A7E32-A0C8-4918-9118-A236124049A6}"/>
    <dgm:cxn modelId="{DA6EFB98-92B3-4763-AE32-C8F412014FAC}" type="presOf" srcId="{CEE132DB-81C1-415E-8FC3-4938F3C40EBF}" destId="{A0832265-6FED-4AEA-A956-EFCE83B5CC10}" srcOrd="0" destOrd="0" presId="urn:microsoft.com/office/officeart/2005/8/layout/vProcess5"/>
    <dgm:cxn modelId="{06BCDE9C-7D3F-408E-BCBE-FBCB6F06CB87}" srcId="{B124CD70-D6F0-4383-9851-71C164EE637A}" destId="{F00E4BE7-85F2-475E-945A-CFB4996D5994}" srcOrd="0" destOrd="0" parTransId="{1CF6493D-536C-4872-A7EA-A2C1587FA8C1}" sibTransId="{CEE132DB-81C1-415E-8FC3-4938F3C40EBF}"/>
    <dgm:cxn modelId="{8D181CA8-E407-4B01-9979-A3F75AB6A572}" type="presOf" srcId="{013A7E32-A0C8-4918-9118-A236124049A6}" destId="{7DB726E8-80E8-47D3-9630-0C1BE6711699}" srcOrd="0" destOrd="0" presId="urn:microsoft.com/office/officeart/2005/8/layout/vProcess5"/>
    <dgm:cxn modelId="{A3E2BDAC-C6FE-4E71-8F87-D587C0C0A899}" type="presOf" srcId="{512A89C5-5CD1-4FFA-A974-BE2FD97E6CC5}" destId="{03BA2317-4CC3-4BAA-A0C8-87EB8B0C1AB4}" srcOrd="0" destOrd="0" presId="urn:microsoft.com/office/officeart/2005/8/layout/vProcess5"/>
    <dgm:cxn modelId="{EF6E0EBE-4A12-4CD6-9001-8D97D34E20B4}" srcId="{B124CD70-D6F0-4383-9851-71C164EE637A}" destId="{B76F0C42-D843-488E-9C8A-28B7B80F3484}" srcOrd="4" destOrd="0" parTransId="{A1CD5A27-2C09-4FCD-A974-AC8F1F668BCE}" sibTransId="{7CE60973-5176-43E4-8D85-BF31EE3C198A}"/>
    <dgm:cxn modelId="{F980C7E1-B5E4-4D1D-82A2-5A8EFE843341}" type="presOf" srcId="{244BAAD7-46E8-4D74-9E5A-19BD436D8604}" destId="{76DE03B4-4733-48DC-9B85-13DE400B5B39}" srcOrd="0" destOrd="0" presId="urn:microsoft.com/office/officeart/2005/8/layout/vProcess5"/>
    <dgm:cxn modelId="{DF6B28FC-FD8D-4A22-B401-B04DC93DCCD4}" type="presOf" srcId="{512A89C5-5CD1-4FFA-A974-BE2FD97E6CC5}" destId="{D9CE7F27-73F5-42C4-B1B4-19A0978D449F}" srcOrd="1" destOrd="0" presId="urn:microsoft.com/office/officeart/2005/8/layout/vProcess5"/>
    <dgm:cxn modelId="{94F680FC-A0BB-46FC-AC8D-74472D35C807}" type="presOf" srcId="{2F94DCC8-7935-4018-B152-86B3A37879AF}" destId="{911E4BD3-EDAE-48C4-815D-FE4A94EB7A58}" srcOrd="0" destOrd="0" presId="urn:microsoft.com/office/officeart/2005/8/layout/vProcess5"/>
    <dgm:cxn modelId="{E635C739-57F0-4271-A562-51003C6B2EC3}" type="presParOf" srcId="{C5F84810-C31B-4798-ADB3-094C3CEE3417}" destId="{40364782-E3D9-4220-B323-839108562787}" srcOrd="0" destOrd="0" presId="urn:microsoft.com/office/officeart/2005/8/layout/vProcess5"/>
    <dgm:cxn modelId="{5988EBB4-D1F4-476C-91AE-302C5D490524}" type="presParOf" srcId="{C5F84810-C31B-4798-ADB3-094C3CEE3417}" destId="{1AD42D3F-5347-4C49-A43E-7366EDCEA16E}" srcOrd="1" destOrd="0" presId="urn:microsoft.com/office/officeart/2005/8/layout/vProcess5"/>
    <dgm:cxn modelId="{D761C55E-21D6-44F7-AE29-DA70292C9EC3}" type="presParOf" srcId="{C5F84810-C31B-4798-ADB3-094C3CEE3417}" destId="{76DE03B4-4733-48DC-9B85-13DE400B5B39}" srcOrd="2" destOrd="0" presId="urn:microsoft.com/office/officeart/2005/8/layout/vProcess5"/>
    <dgm:cxn modelId="{1AE83E4F-3A01-4717-90A5-8FA0F9C23CA2}" type="presParOf" srcId="{C5F84810-C31B-4798-ADB3-094C3CEE3417}" destId="{03BA2317-4CC3-4BAA-A0C8-87EB8B0C1AB4}" srcOrd="3" destOrd="0" presId="urn:microsoft.com/office/officeart/2005/8/layout/vProcess5"/>
    <dgm:cxn modelId="{080EB1CF-C06B-41C1-8BEC-464197FF89DB}" type="presParOf" srcId="{C5F84810-C31B-4798-ADB3-094C3CEE3417}" destId="{911E4BD3-EDAE-48C4-815D-FE4A94EB7A58}" srcOrd="4" destOrd="0" presId="urn:microsoft.com/office/officeart/2005/8/layout/vProcess5"/>
    <dgm:cxn modelId="{08749601-038B-4B12-BB28-B2E7743532D3}" type="presParOf" srcId="{C5F84810-C31B-4798-ADB3-094C3CEE3417}" destId="{C50AD931-4AFA-4143-AF44-692FDF23D4CA}" srcOrd="5" destOrd="0" presId="urn:microsoft.com/office/officeart/2005/8/layout/vProcess5"/>
    <dgm:cxn modelId="{90F9E8FA-4130-4CA9-98DD-65B1E19ECD41}" type="presParOf" srcId="{C5F84810-C31B-4798-ADB3-094C3CEE3417}" destId="{A0832265-6FED-4AEA-A956-EFCE83B5CC10}" srcOrd="6" destOrd="0" presId="urn:microsoft.com/office/officeart/2005/8/layout/vProcess5"/>
    <dgm:cxn modelId="{B2A7D2F3-7230-4D9B-B063-8CC473F4BF86}" type="presParOf" srcId="{C5F84810-C31B-4798-ADB3-094C3CEE3417}" destId="{43008E81-3F16-4888-A924-3775AE48A680}" srcOrd="7" destOrd="0" presId="urn:microsoft.com/office/officeart/2005/8/layout/vProcess5"/>
    <dgm:cxn modelId="{C6F8FCCB-8502-41F6-B435-7A93F2E120AD}" type="presParOf" srcId="{C5F84810-C31B-4798-ADB3-094C3CEE3417}" destId="{00CA88C8-8E66-4E7F-9BCB-6DD1593BDD2C}" srcOrd="8" destOrd="0" presId="urn:microsoft.com/office/officeart/2005/8/layout/vProcess5"/>
    <dgm:cxn modelId="{3B05E3C0-8658-477A-AB38-AF79AD8AD446}" type="presParOf" srcId="{C5F84810-C31B-4798-ADB3-094C3CEE3417}" destId="{7DB726E8-80E8-47D3-9630-0C1BE6711699}" srcOrd="9" destOrd="0" presId="urn:microsoft.com/office/officeart/2005/8/layout/vProcess5"/>
    <dgm:cxn modelId="{225AF778-43F3-4823-B6E7-B83C58053E76}" type="presParOf" srcId="{C5F84810-C31B-4798-ADB3-094C3CEE3417}" destId="{E59178CC-7FFB-4462-9620-25A21DA1C102}" srcOrd="10" destOrd="0" presId="urn:microsoft.com/office/officeart/2005/8/layout/vProcess5"/>
    <dgm:cxn modelId="{C09B83AC-182D-4A55-B2A1-92DC729F9ADD}" type="presParOf" srcId="{C5F84810-C31B-4798-ADB3-094C3CEE3417}" destId="{6FA2B734-5027-404D-9F43-019D7B051101}" srcOrd="11" destOrd="0" presId="urn:microsoft.com/office/officeart/2005/8/layout/vProcess5"/>
    <dgm:cxn modelId="{B1B62C39-EDD4-4223-8AA1-55CAF74082EE}" type="presParOf" srcId="{C5F84810-C31B-4798-ADB3-094C3CEE3417}" destId="{D9CE7F27-73F5-42C4-B1B4-19A0978D449F}" srcOrd="12" destOrd="0" presId="urn:microsoft.com/office/officeart/2005/8/layout/vProcess5"/>
    <dgm:cxn modelId="{0CF2FDA7-6FDA-4CB9-A912-7D59763C4762}" type="presParOf" srcId="{C5F84810-C31B-4798-ADB3-094C3CEE3417}" destId="{33D74F09-D825-43EC-AD8C-7DB28E0ACEBE}" srcOrd="13" destOrd="0" presId="urn:microsoft.com/office/officeart/2005/8/layout/vProcess5"/>
    <dgm:cxn modelId="{54555E9E-1B51-4A80-A328-321C813E9E7B}" type="presParOf" srcId="{C5F84810-C31B-4798-ADB3-094C3CEE3417}" destId="{9D6F6F2B-2B49-4400-AE00-872369862580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8156282-5DC0-4672-8EDB-AD57DF1A103C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20DFE7F-40C3-4DFE-8745-C45588355476}">
      <dgm:prSet/>
      <dgm:spPr/>
      <dgm:t>
        <a:bodyPr/>
        <a:lstStyle/>
        <a:p>
          <a:r>
            <a:rPr lang="en-US" b="1"/>
            <a:t>Insight:</a:t>
          </a:r>
          <a:endParaRPr lang="en-US"/>
        </a:p>
      </dgm:t>
    </dgm:pt>
    <dgm:pt modelId="{CF878BEB-05B1-4F47-B954-FC44853A913D}" type="parTrans" cxnId="{2DD8ADB9-561D-4B57-9D71-8B9AEAEDDCBA}">
      <dgm:prSet/>
      <dgm:spPr/>
      <dgm:t>
        <a:bodyPr/>
        <a:lstStyle/>
        <a:p>
          <a:endParaRPr lang="en-US"/>
        </a:p>
      </dgm:t>
    </dgm:pt>
    <dgm:pt modelId="{25F75AB9-82F7-4C4A-87E7-EB874D9023DE}" type="sibTrans" cxnId="{2DD8ADB9-561D-4B57-9D71-8B9AEAEDDCBA}">
      <dgm:prSet/>
      <dgm:spPr/>
      <dgm:t>
        <a:bodyPr/>
        <a:lstStyle/>
        <a:p>
          <a:endParaRPr lang="en-US"/>
        </a:p>
      </dgm:t>
    </dgm:pt>
    <dgm:pt modelId="{0EC4EEB0-0DC8-47AB-9251-013888984D73}">
      <dgm:prSet/>
      <dgm:spPr/>
      <dgm:t>
        <a:bodyPr/>
        <a:lstStyle/>
        <a:p>
          <a:r>
            <a:rPr lang="en-US"/>
            <a:t>Certain device brands have high registered users but low app opens.</a:t>
          </a:r>
        </a:p>
      </dgm:t>
    </dgm:pt>
    <dgm:pt modelId="{9F724B20-03F9-433B-BB43-3FA3FED75308}" type="parTrans" cxnId="{40195967-1B28-4693-B069-7F76CFD9D249}">
      <dgm:prSet/>
      <dgm:spPr/>
      <dgm:t>
        <a:bodyPr/>
        <a:lstStyle/>
        <a:p>
          <a:endParaRPr lang="en-US"/>
        </a:p>
      </dgm:t>
    </dgm:pt>
    <dgm:pt modelId="{A5EFD59B-5EC1-4DFE-9D91-E1B789801746}" type="sibTrans" cxnId="{40195967-1B28-4693-B069-7F76CFD9D249}">
      <dgm:prSet/>
      <dgm:spPr/>
      <dgm:t>
        <a:bodyPr/>
        <a:lstStyle/>
        <a:p>
          <a:endParaRPr lang="en-US"/>
        </a:p>
      </dgm:t>
    </dgm:pt>
    <dgm:pt modelId="{002825E9-6379-4861-B8F9-43D0908F2FD0}">
      <dgm:prSet/>
      <dgm:spPr/>
      <dgm:t>
        <a:bodyPr/>
        <a:lstStyle/>
        <a:p>
          <a:r>
            <a:rPr lang="en-US"/>
            <a:t>Premium brands show higher engagement per user.</a:t>
          </a:r>
        </a:p>
      </dgm:t>
    </dgm:pt>
    <dgm:pt modelId="{3A3D9E43-2C29-4C44-847C-F0A3BE3AA2D7}" type="parTrans" cxnId="{E7F7EF65-E65D-42B4-AD41-BBCCBBD35148}">
      <dgm:prSet/>
      <dgm:spPr/>
      <dgm:t>
        <a:bodyPr/>
        <a:lstStyle/>
        <a:p>
          <a:endParaRPr lang="en-US"/>
        </a:p>
      </dgm:t>
    </dgm:pt>
    <dgm:pt modelId="{ADBB0A10-8AB9-476C-98D5-83D91EEF806D}" type="sibTrans" cxnId="{E7F7EF65-E65D-42B4-AD41-BBCCBBD35148}">
      <dgm:prSet/>
      <dgm:spPr/>
      <dgm:t>
        <a:bodyPr/>
        <a:lstStyle/>
        <a:p>
          <a:endParaRPr lang="en-US"/>
        </a:p>
      </dgm:t>
    </dgm:pt>
    <dgm:pt modelId="{19B0668F-4325-4A97-9802-CA31864679F2}">
      <dgm:prSet/>
      <dgm:spPr/>
      <dgm:t>
        <a:bodyPr/>
        <a:lstStyle/>
        <a:p>
          <a:r>
            <a:rPr lang="en-US"/>
            <a:t>Some regions prefer specific device brands.</a:t>
          </a:r>
        </a:p>
      </dgm:t>
    </dgm:pt>
    <dgm:pt modelId="{7F76E399-A280-4FCE-83A6-539F1E8C4056}" type="parTrans" cxnId="{535C1072-92A9-48A4-98BC-865C4C8973CC}">
      <dgm:prSet/>
      <dgm:spPr/>
      <dgm:t>
        <a:bodyPr/>
        <a:lstStyle/>
        <a:p>
          <a:endParaRPr lang="en-US"/>
        </a:p>
      </dgm:t>
    </dgm:pt>
    <dgm:pt modelId="{794AE779-5F12-4EE7-A663-5AC447B81D5D}" type="sibTrans" cxnId="{535C1072-92A9-48A4-98BC-865C4C8973CC}">
      <dgm:prSet/>
      <dgm:spPr/>
      <dgm:t>
        <a:bodyPr/>
        <a:lstStyle/>
        <a:p>
          <a:endParaRPr lang="en-US"/>
        </a:p>
      </dgm:t>
    </dgm:pt>
    <dgm:pt modelId="{83784951-2763-46AB-9400-F27F6DB972F9}">
      <dgm:prSet/>
      <dgm:spPr/>
      <dgm:t>
        <a:bodyPr/>
        <a:lstStyle/>
        <a:p>
          <a:r>
            <a:rPr lang="en-US"/>
            <a:t>App engagement is uneven across brands.</a:t>
          </a:r>
        </a:p>
      </dgm:t>
    </dgm:pt>
    <dgm:pt modelId="{095DC992-F885-440B-A174-FC5C5B19DC7F}" type="parTrans" cxnId="{10CBB8CA-FB9E-42FD-B2C6-482945F221DA}">
      <dgm:prSet/>
      <dgm:spPr/>
      <dgm:t>
        <a:bodyPr/>
        <a:lstStyle/>
        <a:p>
          <a:endParaRPr lang="en-US"/>
        </a:p>
      </dgm:t>
    </dgm:pt>
    <dgm:pt modelId="{DF75A7F0-F9E0-405B-BD26-6E75ED4BA0DB}" type="sibTrans" cxnId="{10CBB8CA-FB9E-42FD-B2C6-482945F221DA}">
      <dgm:prSet/>
      <dgm:spPr/>
      <dgm:t>
        <a:bodyPr/>
        <a:lstStyle/>
        <a:p>
          <a:endParaRPr lang="en-US"/>
        </a:p>
      </dgm:t>
    </dgm:pt>
    <dgm:pt modelId="{A9770539-643E-4A07-B321-F612EBE4DDF7}" type="pres">
      <dgm:prSet presAssocID="{C8156282-5DC0-4672-8EDB-AD57DF1A103C}" presName="outerComposite" presStyleCnt="0">
        <dgm:presLayoutVars>
          <dgm:chMax val="5"/>
          <dgm:dir/>
          <dgm:resizeHandles val="exact"/>
        </dgm:presLayoutVars>
      </dgm:prSet>
      <dgm:spPr/>
    </dgm:pt>
    <dgm:pt modelId="{7D39F2F7-1FE1-40BB-96B0-07FB6208BBEB}" type="pres">
      <dgm:prSet presAssocID="{C8156282-5DC0-4672-8EDB-AD57DF1A103C}" presName="dummyMaxCanvas" presStyleCnt="0">
        <dgm:presLayoutVars/>
      </dgm:prSet>
      <dgm:spPr/>
    </dgm:pt>
    <dgm:pt modelId="{68A42D19-C19F-43EE-BF0F-F2B9F834207C}" type="pres">
      <dgm:prSet presAssocID="{C8156282-5DC0-4672-8EDB-AD57DF1A103C}" presName="FiveNodes_1" presStyleLbl="node1" presStyleIdx="0" presStyleCnt="5">
        <dgm:presLayoutVars>
          <dgm:bulletEnabled val="1"/>
        </dgm:presLayoutVars>
      </dgm:prSet>
      <dgm:spPr/>
    </dgm:pt>
    <dgm:pt modelId="{08731BC8-3A54-4CFC-B93C-473C7BA8B1BA}" type="pres">
      <dgm:prSet presAssocID="{C8156282-5DC0-4672-8EDB-AD57DF1A103C}" presName="FiveNodes_2" presStyleLbl="node1" presStyleIdx="1" presStyleCnt="5">
        <dgm:presLayoutVars>
          <dgm:bulletEnabled val="1"/>
        </dgm:presLayoutVars>
      </dgm:prSet>
      <dgm:spPr/>
    </dgm:pt>
    <dgm:pt modelId="{53E5DE97-59FE-4557-8218-49B4A44BDC83}" type="pres">
      <dgm:prSet presAssocID="{C8156282-5DC0-4672-8EDB-AD57DF1A103C}" presName="FiveNodes_3" presStyleLbl="node1" presStyleIdx="2" presStyleCnt="5">
        <dgm:presLayoutVars>
          <dgm:bulletEnabled val="1"/>
        </dgm:presLayoutVars>
      </dgm:prSet>
      <dgm:spPr/>
    </dgm:pt>
    <dgm:pt modelId="{F4B7C51D-CBCA-4596-83B8-C0E7ECB3A960}" type="pres">
      <dgm:prSet presAssocID="{C8156282-5DC0-4672-8EDB-AD57DF1A103C}" presName="FiveNodes_4" presStyleLbl="node1" presStyleIdx="3" presStyleCnt="5">
        <dgm:presLayoutVars>
          <dgm:bulletEnabled val="1"/>
        </dgm:presLayoutVars>
      </dgm:prSet>
      <dgm:spPr/>
    </dgm:pt>
    <dgm:pt modelId="{A4CC286A-5E2A-4840-96C2-4BF16F2AF8D5}" type="pres">
      <dgm:prSet presAssocID="{C8156282-5DC0-4672-8EDB-AD57DF1A103C}" presName="FiveNodes_5" presStyleLbl="node1" presStyleIdx="4" presStyleCnt="5">
        <dgm:presLayoutVars>
          <dgm:bulletEnabled val="1"/>
        </dgm:presLayoutVars>
      </dgm:prSet>
      <dgm:spPr/>
    </dgm:pt>
    <dgm:pt modelId="{A2295BC0-7A82-47D5-BCD6-CAB4ACB8B665}" type="pres">
      <dgm:prSet presAssocID="{C8156282-5DC0-4672-8EDB-AD57DF1A103C}" presName="FiveConn_1-2" presStyleLbl="fgAccFollowNode1" presStyleIdx="0" presStyleCnt="4">
        <dgm:presLayoutVars>
          <dgm:bulletEnabled val="1"/>
        </dgm:presLayoutVars>
      </dgm:prSet>
      <dgm:spPr/>
    </dgm:pt>
    <dgm:pt modelId="{188A3E5E-4E5F-4352-B229-15091DD180BC}" type="pres">
      <dgm:prSet presAssocID="{C8156282-5DC0-4672-8EDB-AD57DF1A103C}" presName="FiveConn_2-3" presStyleLbl="fgAccFollowNode1" presStyleIdx="1" presStyleCnt="4">
        <dgm:presLayoutVars>
          <dgm:bulletEnabled val="1"/>
        </dgm:presLayoutVars>
      </dgm:prSet>
      <dgm:spPr/>
    </dgm:pt>
    <dgm:pt modelId="{CBADA90D-6E1E-40FF-AFDF-8BEB3FE5241F}" type="pres">
      <dgm:prSet presAssocID="{C8156282-5DC0-4672-8EDB-AD57DF1A103C}" presName="FiveConn_3-4" presStyleLbl="fgAccFollowNode1" presStyleIdx="2" presStyleCnt="4">
        <dgm:presLayoutVars>
          <dgm:bulletEnabled val="1"/>
        </dgm:presLayoutVars>
      </dgm:prSet>
      <dgm:spPr/>
    </dgm:pt>
    <dgm:pt modelId="{515D3384-C7EB-4488-A283-3A53171B4105}" type="pres">
      <dgm:prSet presAssocID="{C8156282-5DC0-4672-8EDB-AD57DF1A103C}" presName="FiveConn_4-5" presStyleLbl="fgAccFollowNode1" presStyleIdx="3" presStyleCnt="4">
        <dgm:presLayoutVars>
          <dgm:bulletEnabled val="1"/>
        </dgm:presLayoutVars>
      </dgm:prSet>
      <dgm:spPr/>
    </dgm:pt>
    <dgm:pt modelId="{32C1A12D-F706-4F72-A45D-CACAB5F7B888}" type="pres">
      <dgm:prSet presAssocID="{C8156282-5DC0-4672-8EDB-AD57DF1A103C}" presName="FiveNodes_1_text" presStyleLbl="node1" presStyleIdx="4" presStyleCnt="5">
        <dgm:presLayoutVars>
          <dgm:bulletEnabled val="1"/>
        </dgm:presLayoutVars>
      </dgm:prSet>
      <dgm:spPr/>
    </dgm:pt>
    <dgm:pt modelId="{579E5FD5-276E-4230-BB55-DE72ABF7FEAC}" type="pres">
      <dgm:prSet presAssocID="{C8156282-5DC0-4672-8EDB-AD57DF1A103C}" presName="FiveNodes_2_text" presStyleLbl="node1" presStyleIdx="4" presStyleCnt="5">
        <dgm:presLayoutVars>
          <dgm:bulletEnabled val="1"/>
        </dgm:presLayoutVars>
      </dgm:prSet>
      <dgm:spPr/>
    </dgm:pt>
    <dgm:pt modelId="{852CBA81-09E6-4434-9A44-60EFCDBFF160}" type="pres">
      <dgm:prSet presAssocID="{C8156282-5DC0-4672-8EDB-AD57DF1A103C}" presName="FiveNodes_3_text" presStyleLbl="node1" presStyleIdx="4" presStyleCnt="5">
        <dgm:presLayoutVars>
          <dgm:bulletEnabled val="1"/>
        </dgm:presLayoutVars>
      </dgm:prSet>
      <dgm:spPr/>
    </dgm:pt>
    <dgm:pt modelId="{F3EA2423-F1F3-47DD-A529-4AE5D85518C7}" type="pres">
      <dgm:prSet presAssocID="{C8156282-5DC0-4672-8EDB-AD57DF1A103C}" presName="FiveNodes_4_text" presStyleLbl="node1" presStyleIdx="4" presStyleCnt="5">
        <dgm:presLayoutVars>
          <dgm:bulletEnabled val="1"/>
        </dgm:presLayoutVars>
      </dgm:prSet>
      <dgm:spPr/>
    </dgm:pt>
    <dgm:pt modelId="{55771244-0BEA-4064-B4E6-4E5CBA77D938}" type="pres">
      <dgm:prSet presAssocID="{C8156282-5DC0-4672-8EDB-AD57DF1A103C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733EB402-CBED-49D4-B6AE-771F810F6195}" type="presOf" srcId="{0EC4EEB0-0DC8-47AB-9251-013888984D73}" destId="{579E5FD5-276E-4230-BB55-DE72ABF7FEAC}" srcOrd="1" destOrd="0" presId="urn:microsoft.com/office/officeart/2005/8/layout/vProcess5"/>
    <dgm:cxn modelId="{E6F26225-BC32-485B-85A8-F010D6C6B4F1}" type="presOf" srcId="{19B0668F-4325-4A97-9802-CA31864679F2}" destId="{F3EA2423-F1F3-47DD-A529-4AE5D85518C7}" srcOrd="1" destOrd="0" presId="urn:microsoft.com/office/officeart/2005/8/layout/vProcess5"/>
    <dgm:cxn modelId="{67DCE926-C444-4304-8E76-FCEDADF52E97}" type="presOf" srcId="{002825E9-6379-4861-B8F9-43D0908F2FD0}" destId="{852CBA81-09E6-4434-9A44-60EFCDBFF160}" srcOrd="1" destOrd="0" presId="urn:microsoft.com/office/officeart/2005/8/layout/vProcess5"/>
    <dgm:cxn modelId="{24E1822D-34DB-4221-9E71-9DA30079452E}" type="presOf" srcId="{83784951-2763-46AB-9400-F27F6DB972F9}" destId="{A4CC286A-5E2A-4840-96C2-4BF16F2AF8D5}" srcOrd="0" destOrd="0" presId="urn:microsoft.com/office/officeart/2005/8/layout/vProcess5"/>
    <dgm:cxn modelId="{AD83DC62-992E-42D9-B787-0EDE7B7938EF}" type="presOf" srcId="{A5EFD59B-5EC1-4DFE-9D91-E1B789801746}" destId="{188A3E5E-4E5F-4352-B229-15091DD180BC}" srcOrd="0" destOrd="0" presId="urn:microsoft.com/office/officeart/2005/8/layout/vProcess5"/>
    <dgm:cxn modelId="{E7F7EF65-E65D-42B4-AD41-BBCCBBD35148}" srcId="{C8156282-5DC0-4672-8EDB-AD57DF1A103C}" destId="{002825E9-6379-4861-B8F9-43D0908F2FD0}" srcOrd="2" destOrd="0" parTransId="{3A3D9E43-2C29-4C44-847C-F0A3BE3AA2D7}" sibTransId="{ADBB0A10-8AB9-476C-98D5-83D91EEF806D}"/>
    <dgm:cxn modelId="{40195967-1B28-4693-B069-7F76CFD9D249}" srcId="{C8156282-5DC0-4672-8EDB-AD57DF1A103C}" destId="{0EC4EEB0-0DC8-47AB-9251-013888984D73}" srcOrd="1" destOrd="0" parTransId="{9F724B20-03F9-433B-BB43-3FA3FED75308}" sibTransId="{A5EFD59B-5EC1-4DFE-9D91-E1B789801746}"/>
    <dgm:cxn modelId="{80B7DE69-1037-4A54-A28F-55EC5121F0F9}" type="presOf" srcId="{0EC4EEB0-0DC8-47AB-9251-013888984D73}" destId="{08731BC8-3A54-4CFC-B93C-473C7BA8B1BA}" srcOrd="0" destOrd="0" presId="urn:microsoft.com/office/officeart/2005/8/layout/vProcess5"/>
    <dgm:cxn modelId="{5746066E-D6D6-46A3-8084-0A507D096CBB}" type="presOf" srcId="{002825E9-6379-4861-B8F9-43D0908F2FD0}" destId="{53E5DE97-59FE-4557-8218-49B4A44BDC83}" srcOrd="0" destOrd="0" presId="urn:microsoft.com/office/officeart/2005/8/layout/vProcess5"/>
    <dgm:cxn modelId="{535C1072-92A9-48A4-98BC-865C4C8973CC}" srcId="{C8156282-5DC0-4672-8EDB-AD57DF1A103C}" destId="{19B0668F-4325-4A97-9802-CA31864679F2}" srcOrd="3" destOrd="0" parTransId="{7F76E399-A280-4FCE-83A6-539F1E8C4056}" sibTransId="{794AE779-5F12-4EE7-A663-5AC447B81D5D}"/>
    <dgm:cxn modelId="{9B898272-4EFD-45B0-966F-37C3A815B4EA}" type="presOf" srcId="{720DFE7F-40C3-4DFE-8745-C45588355476}" destId="{32C1A12D-F706-4F72-A45D-CACAB5F7B888}" srcOrd="1" destOrd="0" presId="urn:microsoft.com/office/officeart/2005/8/layout/vProcess5"/>
    <dgm:cxn modelId="{24494876-3FFA-40F1-9078-2F2BE6D772DF}" type="presOf" srcId="{794AE779-5F12-4EE7-A663-5AC447B81D5D}" destId="{515D3384-C7EB-4488-A283-3A53171B4105}" srcOrd="0" destOrd="0" presId="urn:microsoft.com/office/officeart/2005/8/layout/vProcess5"/>
    <dgm:cxn modelId="{0B6E637C-83EB-4208-B4C9-99FE2519EBCF}" type="presOf" srcId="{19B0668F-4325-4A97-9802-CA31864679F2}" destId="{F4B7C51D-CBCA-4596-83B8-C0E7ECB3A960}" srcOrd="0" destOrd="0" presId="urn:microsoft.com/office/officeart/2005/8/layout/vProcess5"/>
    <dgm:cxn modelId="{19BBBD85-CD61-48F7-A2D3-9D046D5AE711}" type="presOf" srcId="{720DFE7F-40C3-4DFE-8745-C45588355476}" destId="{68A42D19-C19F-43EE-BF0F-F2B9F834207C}" srcOrd="0" destOrd="0" presId="urn:microsoft.com/office/officeart/2005/8/layout/vProcess5"/>
    <dgm:cxn modelId="{67C6C591-DD77-4D64-A8E5-FA20A9EAE55A}" type="presOf" srcId="{C8156282-5DC0-4672-8EDB-AD57DF1A103C}" destId="{A9770539-643E-4A07-B321-F612EBE4DDF7}" srcOrd="0" destOrd="0" presId="urn:microsoft.com/office/officeart/2005/8/layout/vProcess5"/>
    <dgm:cxn modelId="{2B6C6699-E0EF-4727-AD9A-CC81734E44E3}" type="presOf" srcId="{25F75AB9-82F7-4C4A-87E7-EB874D9023DE}" destId="{A2295BC0-7A82-47D5-BCD6-CAB4ACB8B665}" srcOrd="0" destOrd="0" presId="urn:microsoft.com/office/officeart/2005/8/layout/vProcess5"/>
    <dgm:cxn modelId="{DAF1A79A-2924-4C0E-AC01-A050C82F78D3}" type="presOf" srcId="{83784951-2763-46AB-9400-F27F6DB972F9}" destId="{55771244-0BEA-4064-B4E6-4E5CBA77D938}" srcOrd="1" destOrd="0" presId="urn:microsoft.com/office/officeart/2005/8/layout/vProcess5"/>
    <dgm:cxn modelId="{4F2A79AC-B243-4BA4-A410-F51E9FAF83C6}" type="presOf" srcId="{ADBB0A10-8AB9-476C-98D5-83D91EEF806D}" destId="{CBADA90D-6E1E-40FF-AFDF-8BEB3FE5241F}" srcOrd="0" destOrd="0" presId="urn:microsoft.com/office/officeart/2005/8/layout/vProcess5"/>
    <dgm:cxn modelId="{2DD8ADB9-561D-4B57-9D71-8B9AEAEDDCBA}" srcId="{C8156282-5DC0-4672-8EDB-AD57DF1A103C}" destId="{720DFE7F-40C3-4DFE-8745-C45588355476}" srcOrd="0" destOrd="0" parTransId="{CF878BEB-05B1-4F47-B954-FC44853A913D}" sibTransId="{25F75AB9-82F7-4C4A-87E7-EB874D9023DE}"/>
    <dgm:cxn modelId="{10CBB8CA-FB9E-42FD-B2C6-482945F221DA}" srcId="{C8156282-5DC0-4672-8EDB-AD57DF1A103C}" destId="{83784951-2763-46AB-9400-F27F6DB972F9}" srcOrd="4" destOrd="0" parTransId="{095DC992-F885-440B-A174-FC5C5B19DC7F}" sibTransId="{DF75A7F0-F9E0-405B-BD26-6E75ED4BA0DB}"/>
    <dgm:cxn modelId="{D7A3791A-5DA6-488D-8AD4-1FFA4CD29272}" type="presParOf" srcId="{A9770539-643E-4A07-B321-F612EBE4DDF7}" destId="{7D39F2F7-1FE1-40BB-96B0-07FB6208BBEB}" srcOrd="0" destOrd="0" presId="urn:microsoft.com/office/officeart/2005/8/layout/vProcess5"/>
    <dgm:cxn modelId="{A8FE4EBD-F1C1-4E3B-B3AC-46F70FDC85E6}" type="presParOf" srcId="{A9770539-643E-4A07-B321-F612EBE4DDF7}" destId="{68A42D19-C19F-43EE-BF0F-F2B9F834207C}" srcOrd="1" destOrd="0" presId="urn:microsoft.com/office/officeart/2005/8/layout/vProcess5"/>
    <dgm:cxn modelId="{E1ECD677-223C-4AF0-A290-B72AEB8B0BC4}" type="presParOf" srcId="{A9770539-643E-4A07-B321-F612EBE4DDF7}" destId="{08731BC8-3A54-4CFC-B93C-473C7BA8B1BA}" srcOrd="2" destOrd="0" presId="urn:microsoft.com/office/officeart/2005/8/layout/vProcess5"/>
    <dgm:cxn modelId="{79A9125E-787A-48FD-BA72-7E71960FC777}" type="presParOf" srcId="{A9770539-643E-4A07-B321-F612EBE4DDF7}" destId="{53E5DE97-59FE-4557-8218-49B4A44BDC83}" srcOrd="3" destOrd="0" presId="urn:microsoft.com/office/officeart/2005/8/layout/vProcess5"/>
    <dgm:cxn modelId="{BB56A9E9-994D-4EF8-A1F9-D232EB79DBF1}" type="presParOf" srcId="{A9770539-643E-4A07-B321-F612EBE4DDF7}" destId="{F4B7C51D-CBCA-4596-83B8-C0E7ECB3A960}" srcOrd="4" destOrd="0" presId="urn:microsoft.com/office/officeart/2005/8/layout/vProcess5"/>
    <dgm:cxn modelId="{471B1C13-F30B-453C-AB79-B299F57AE161}" type="presParOf" srcId="{A9770539-643E-4A07-B321-F612EBE4DDF7}" destId="{A4CC286A-5E2A-4840-96C2-4BF16F2AF8D5}" srcOrd="5" destOrd="0" presId="urn:microsoft.com/office/officeart/2005/8/layout/vProcess5"/>
    <dgm:cxn modelId="{AFA9B68C-3651-43E8-90E5-DC5EBBA11D42}" type="presParOf" srcId="{A9770539-643E-4A07-B321-F612EBE4DDF7}" destId="{A2295BC0-7A82-47D5-BCD6-CAB4ACB8B665}" srcOrd="6" destOrd="0" presId="urn:microsoft.com/office/officeart/2005/8/layout/vProcess5"/>
    <dgm:cxn modelId="{A1E8E8B7-7AD0-4458-A3AE-E0DD29E4D6B0}" type="presParOf" srcId="{A9770539-643E-4A07-B321-F612EBE4DDF7}" destId="{188A3E5E-4E5F-4352-B229-15091DD180BC}" srcOrd="7" destOrd="0" presId="urn:microsoft.com/office/officeart/2005/8/layout/vProcess5"/>
    <dgm:cxn modelId="{EE4E2C89-4D8C-41C5-BFA8-D62DB1876242}" type="presParOf" srcId="{A9770539-643E-4A07-B321-F612EBE4DDF7}" destId="{CBADA90D-6E1E-40FF-AFDF-8BEB3FE5241F}" srcOrd="8" destOrd="0" presId="urn:microsoft.com/office/officeart/2005/8/layout/vProcess5"/>
    <dgm:cxn modelId="{188518FC-C635-46C1-9BED-5310B41623E5}" type="presParOf" srcId="{A9770539-643E-4A07-B321-F612EBE4DDF7}" destId="{515D3384-C7EB-4488-A283-3A53171B4105}" srcOrd="9" destOrd="0" presId="urn:microsoft.com/office/officeart/2005/8/layout/vProcess5"/>
    <dgm:cxn modelId="{75D66DD2-8C20-4D2C-99B9-FC36BB506053}" type="presParOf" srcId="{A9770539-643E-4A07-B321-F612EBE4DDF7}" destId="{32C1A12D-F706-4F72-A45D-CACAB5F7B888}" srcOrd="10" destOrd="0" presId="urn:microsoft.com/office/officeart/2005/8/layout/vProcess5"/>
    <dgm:cxn modelId="{0ED001BD-8018-4F83-B4FC-4C60D4C02D4E}" type="presParOf" srcId="{A9770539-643E-4A07-B321-F612EBE4DDF7}" destId="{579E5FD5-276E-4230-BB55-DE72ABF7FEAC}" srcOrd="11" destOrd="0" presId="urn:microsoft.com/office/officeart/2005/8/layout/vProcess5"/>
    <dgm:cxn modelId="{B18104F5-F76C-4A78-ADF2-ADD31D7AEE6A}" type="presParOf" srcId="{A9770539-643E-4A07-B321-F612EBE4DDF7}" destId="{852CBA81-09E6-4434-9A44-60EFCDBFF160}" srcOrd="12" destOrd="0" presId="urn:microsoft.com/office/officeart/2005/8/layout/vProcess5"/>
    <dgm:cxn modelId="{75037EC2-A47E-4752-B379-4BB5DB5CF71C}" type="presParOf" srcId="{A9770539-643E-4A07-B321-F612EBE4DDF7}" destId="{F3EA2423-F1F3-47DD-A529-4AE5D85518C7}" srcOrd="13" destOrd="0" presId="urn:microsoft.com/office/officeart/2005/8/layout/vProcess5"/>
    <dgm:cxn modelId="{9B7F35C6-A94E-4A52-9EA3-A8D27BA60F6B}" type="presParOf" srcId="{A9770539-643E-4A07-B321-F612EBE4DDF7}" destId="{55771244-0BEA-4064-B4E6-4E5CBA77D938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5680084-B0B9-454E-B05F-846BF8B93C0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F521CAC-F251-4684-B3AC-D8B5F98E38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Insight:</a:t>
          </a:r>
          <a:endParaRPr lang="en-US"/>
        </a:p>
      </dgm:t>
    </dgm:pt>
    <dgm:pt modelId="{88A910F6-AAF6-4CEB-996F-ED4906DE1C49}" type="parTrans" cxnId="{C422796D-DF6A-4DFB-971D-591788D3519E}">
      <dgm:prSet/>
      <dgm:spPr/>
      <dgm:t>
        <a:bodyPr/>
        <a:lstStyle/>
        <a:p>
          <a:endParaRPr lang="en-US"/>
        </a:p>
      </dgm:t>
    </dgm:pt>
    <dgm:pt modelId="{668B6C57-5208-4618-B5AF-3557564D64A6}" type="sibTrans" cxnId="{C422796D-DF6A-4DFB-971D-591788D3519E}">
      <dgm:prSet/>
      <dgm:spPr/>
      <dgm:t>
        <a:bodyPr/>
        <a:lstStyle/>
        <a:p>
          <a:endParaRPr lang="en-US"/>
        </a:p>
      </dgm:t>
    </dgm:pt>
    <dgm:pt modelId="{C9BB7C92-5774-4D49-91A8-ED22E04203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Insurance transactions are growing but slower than payments.</a:t>
          </a:r>
        </a:p>
      </dgm:t>
    </dgm:pt>
    <dgm:pt modelId="{3B323CD8-E3EF-43C6-B9AB-DC6C49F1468C}" type="parTrans" cxnId="{ABBD2078-4CC6-4DB7-8E8F-746FB885B447}">
      <dgm:prSet/>
      <dgm:spPr/>
      <dgm:t>
        <a:bodyPr/>
        <a:lstStyle/>
        <a:p>
          <a:endParaRPr lang="en-US"/>
        </a:p>
      </dgm:t>
    </dgm:pt>
    <dgm:pt modelId="{2633C1EE-A1EB-4AA4-8C00-4C7EAA38627E}" type="sibTrans" cxnId="{ABBD2078-4CC6-4DB7-8E8F-746FB885B447}">
      <dgm:prSet/>
      <dgm:spPr/>
      <dgm:t>
        <a:bodyPr/>
        <a:lstStyle/>
        <a:p>
          <a:endParaRPr lang="en-US"/>
        </a:p>
      </dgm:t>
    </dgm:pt>
    <dgm:pt modelId="{ACBDD2E8-1464-4F1E-B969-A2C980F229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Few states contribute majority of insurance revenue.</a:t>
          </a:r>
        </a:p>
      </dgm:t>
    </dgm:pt>
    <dgm:pt modelId="{CF44CCE2-2ADD-49C1-B773-CD00C1E5F518}" type="parTrans" cxnId="{3DC84DC5-1068-451D-9F95-27AF50A11C59}">
      <dgm:prSet/>
      <dgm:spPr/>
      <dgm:t>
        <a:bodyPr/>
        <a:lstStyle/>
        <a:p>
          <a:endParaRPr lang="en-US"/>
        </a:p>
      </dgm:t>
    </dgm:pt>
    <dgm:pt modelId="{FFB5261E-4273-410D-BE26-34589CC1C9B9}" type="sibTrans" cxnId="{3DC84DC5-1068-451D-9F95-27AF50A11C59}">
      <dgm:prSet/>
      <dgm:spPr/>
      <dgm:t>
        <a:bodyPr/>
        <a:lstStyle/>
        <a:p>
          <a:endParaRPr lang="en-US"/>
        </a:p>
      </dgm:t>
    </dgm:pt>
    <dgm:pt modelId="{633CBC93-3F5C-45F5-A6AB-D54DC8260E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Rural regions show lower insurance adoption.</a:t>
          </a:r>
        </a:p>
      </dgm:t>
    </dgm:pt>
    <dgm:pt modelId="{81369F44-8391-4BCC-9251-E5F67158CC76}" type="parTrans" cxnId="{20CCA973-966E-449C-BAEC-CFC8F11A5FA2}">
      <dgm:prSet/>
      <dgm:spPr/>
      <dgm:t>
        <a:bodyPr/>
        <a:lstStyle/>
        <a:p>
          <a:endParaRPr lang="en-US"/>
        </a:p>
      </dgm:t>
    </dgm:pt>
    <dgm:pt modelId="{2B3E4157-7B81-496B-8877-9C868C943B74}" type="sibTrans" cxnId="{20CCA973-966E-449C-BAEC-CFC8F11A5FA2}">
      <dgm:prSet/>
      <dgm:spPr/>
      <dgm:t>
        <a:bodyPr/>
        <a:lstStyle/>
        <a:p>
          <a:endParaRPr lang="en-US"/>
        </a:p>
      </dgm:t>
    </dgm:pt>
    <dgm:pt modelId="{72E53AA0-D634-4E7C-BE0B-1D345EB962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Insurance awareness may be limited.</a:t>
          </a:r>
        </a:p>
      </dgm:t>
    </dgm:pt>
    <dgm:pt modelId="{8D97834C-02DD-49DF-BF8A-6B80D6C95393}" type="parTrans" cxnId="{3AE90F2D-97AB-4CAB-9C8E-0882EB771D1B}">
      <dgm:prSet/>
      <dgm:spPr/>
      <dgm:t>
        <a:bodyPr/>
        <a:lstStyle/>
        <a:p>
          <a:endParaRPr lang="en-US"/>
        </a:p>
      </dgm:t>
    </dgm:pt>
    <dgm:pt modelId="{04FF5C1E-E430-4771-9435-F304864FAA20}" type="sibTrans" cxnId="{3AE90F2D-97AB-4CAB-9C8E-0882EB771D1B}">
      <dgm:prSet/>
      <dgm:spPr/>
      <dgm:t>
        <a:bodyPr/>
        <a:lstStyle/>
        <a:p>
          <a:endParaRPr lang="en-US"/>
        </a:p>
      </dgm:t>
    </dgm:pt>
    <dgm:pt modelId="{F976B3B3-C608-4BA1-AFAA-26BCB8EBC60A}" type="pres">
      <dgm:prSet presAssocID="{05680084-B0B9-454E-B05F-846BF8B93C00}" presName="root" presStyleCnt="0">
        <dgm:presLayoutVars>
          <dgm:dir/>
          <dgm:resizeHandles val="exact"/>
        </dgm:presLayoutVars>
      </dgm:prSet>
      <dgm:spPr/>
    </dgm:pt>
    <dgm:pt modelId="{635F4653-CF0E-4691-8004-488FCBA0F5E8}" type="pres">
      <dgm:prSet presAssocID="{9F521CAC-F251-4684-B3AC-D8B5F98E3871}" presName="compNode" presStyleCnt="0"/>
      <dgm:spPr/>
    </dgm:pt>
    <dgm:pt modelId="{46E709F7-2385-4401-8062-18E6F67922BF}" type="pres">
      <dgm:prSet presAssocID="{9F521CAC-F251-4684-B3AC-D8B5F98E3871}" presName="bgRect" presStyleLbl="bgShp" presStyleIdx="0" presStyleCnt="5"/>
      <dgm:spPr/>
    </dgm:pt>
    <dgm:pt modelId="{F222407F-9EE3-4246-B7A9-4E5C3FD7793B}" type="pres">
      <dgm:prSet presAssocID="{9F521CAC-F251-4684-B3AC-D8B5F98E387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D155FF60-5BAB-4DA0-8960-1504887A6C12}" type="pres">
      <dgm:prSet presAssocID="{9F521CAC-F251-4684-B3AC-D8B5F98E3871}" presName="spaceRect" presStyleCnt="0"/>
      <dgm:spPr/>
    </dgm:pt>
    <dgm:pt modelId="{A818CC2B-16EC-4487-A555-35DAB80D3B5F}" type="pres">
      <dgm:prSet presAssocID="{9F521CAC-F251-4684-B3AC-D8B5F98E3871}" presName="parTx" presStyleLbl="revTx" presStyleIdx="0" presStyleCnt="5">
        <dgm:presLayoutVars>
          <dgm:chMax val="0"/>
          <dgm:chPref val="0"/>
        </dgm:presLayoutVars>
      </dgm:prSet>
      <dgm:spPr/>
    </dgm:pt>
    <dgm:pt modelId="{D6CF8CBB-254F-46F3-8A5F-FA7FF813FA6B}" type="pres">
      <dgm:prSet presAssocID="{668B6C57-5208-4618-B5AF-3557564D64A6}" presName="sibTrans" presStyleCnt="0"/>
      <dgm:spPr/>
    </dgm:pt>
    <dgm:pt modelId="{46749D5C-343B-43B2-AEAC-85E992954222}" type="pres">
      <dgm:prSet presAssocID="{C9BB7C92-5774-4D49-91A8-ED22E042039C}" presName="compNode" presStyleCnt="0"/>
      <dgm:spPr/>
    </dgm:pt>
    <dgm:pt modelId="{0FACFE71-436A-4041-AF3C-EEE9EA86624A}" type="pres">
      <dgm:prSet presAssocID="{C9BB7C92-5774-4D49-91A8-ED22E042039C}" presName="bgRect" presStyleLbl="bgShp" presStyleIdx="1" presStyleCnt="5"/>
      <dgm:spPr/>
    </dgm:pt>
    <dgm:pt modelId="{CFF01B36-F9B1-4930-A2DE-9A9080A8DAC8}" type="pres">
      <dgm:prSet presAssocID="{C9BB7C92-5774-4D49-91A8-ED22E042039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173E7F9-32EE-4A3F-A9AB-5D1A86491AE7}" type="pres">
      <dgm:prSet presAssocID="{C9BB7C92-5774-4D49-91A8-ED22E042039C}" presName="spaceRect" presStyleCnt="0"/>
      <dgm:spPr/>
    </dgm:pt>
    <dgm:pt modelId="{4B177C33-63F5-4495-A502-A1BADC4F8E50}" type="pres">
      <dgm:prSet presAssocID="{C9BB7C92-5774-4D49-91A8-ED22E042039C}" presName="parTx" presStyleLbl="revTx" presStyleIdx="1" presStyleCnt="5">
        <dgm:presLayoutVars>
          <dgm:chMax val="0"/>
          <dgm:chPref val="0"/>
        </dgm:presLayoutVars>
      </dgm:prSet>
      <dgm:spPr/>
    </dgm:pt>
    <dgm:pt modelId="{392C8F5C-126E-4788-9A28-6BD1C8A1825F}" type="pres">
      <dgm:prSet presAssocID="{2633C1EE-A1EB-4AA4-8C00-4C7EAA38627E}" presName="sibTrans" presStyleCnt="0"/>
      <dgm:spPr/>
    </dgm:pt>
    <dgm:pt modelId="{C13BBF92-5003-499E-9818-94BE01B48F29}" type="pres">
      <dgm:prSet presAssocID="{ACBDD2E8-1464-4F1E-B969-A2C980F2299B}" presName="compNode" presStyleCnt="0"/>
      <dgm:spPr/>
    </dgm:pt>
    <dgm:pt modelId="{252459C5-41B9-4C23-879A-59FAB476B091}" type="pres">
      <dgm:prSet presAssocID="{ACBDD2E8-1464-4F1E-B969-A2C980F2299B}" presName="bgRect" presStyleLbl="bgShp" presStyleIdx="2" presStyleCnt="5"/>
      <dgm:spPr/>
    </dgm:pt>
    <dgm:pt modelId="{4EC228D5-2CFD-4C7F-BA39-7F4BB3D5C0E2}" type="pres">
      <dgm:prSet presAssocID="{ACBDD2E8-1464-4F1E-B969-A2C980F2299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972AD357-0619-4471-B0D4-50CCE7A75B80}" type="pres">
      <dgm:prSet presAssocID="{ACBDD2E8-1464-4F1E-B969-A2C980F2299B}" presName="spaceRect" presStyleCnt="0"/>
      <dgm:spPr/>
    </dgm:pt>
    <dgm:pt modelId="{06873658-43F8-4242-9F0F-80A48862672D}" type="pres">
      <dgm:prSet presAssocID="{ACBDD2E8-1464-4F1E-B969-A2C980F2299B}" presName="parTx" presStyleLbl="revTx" presStyleIdx="2" presStyleCnt="5">
        <dgm:presLayoutVars>
          <dgm:chMax val="0"/>
          <dgm:chPref val="0"/>
        </dgm:presLayoutVars>
      </dgm:prSet>
      <dgm:spPr/>
    </dgm:pt>
    <dgm:pt modelId="{2EB60FC0-ACAA-4C1D-9BAA-9848C6EE765E}" type="pres">
      <dgm:prSet presAssocID="{FFB5261E-4273-410D-BE26-34589CC1C9B9}" presName="sibTrans" presStyleCnt="0"/>
      <dgm:spPr/>
    </dgm:pt>
    <dgm:pt modelId="{523B26CF-647A-4535-8A1C-DE2080EE5836}" type="pres">
      <dgm:prSet presAssocID="{633CBC93-3F5C-45F5-A6AB-D54DC8260EF0}" presName="compNode" presStyleCnt="0"/>
      <dgm:spPr/>
    </dgm:pt>
    <dgm:pt modelId="{87005D3A-EAD4-4530-819D-4418C099D6BA}" type="pres">
      <dgm:prSet presAssocID="{633CBC93-3F5C-45F5-A6AB-D54DC8260EF0}" presName="bgRect" presStyleLbl="bgShp" presStyleIdx="3" presStyleCnt="5"/>
      <dgm:spPr/>
    </dgm:pt>
    <dgm:pt modelId="{F61FC00D-2607-41AD-9025-0700CEC71608}" type="pres">
      <dgm:prSet presAssocID="{633CBC93-3F5C-45F5-A6AB-D54DC8260EF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7A25F44A-28EE-4EB8-9836-71C512DB2EC8}" type="pres">
      <dgm:prSet presAssocID="{633CBC93-3F5C-45F5-A6AB-D54DC8260EF0}" presName="spaceRect" presStyleCnt="0"/>
      <dgm:spPr/>
    </dgm:pt>
    <dgm:pt modelId="{5F62DDEB-958D-48C0-9C6A-B248BB74D5EA}" type="pres">
      <dgm:prSet presAssocID="{633CBC93-3F5C-45F5-A6AB-D54DC8260EF0}" presName="parTx" presStyleLbl="revTx" presStyleIdx="3" presStyleCnt="5">
        <dgm:presLayoutVars>
          <dgm:chMax val="0"/>
          <dgm:chPref val="0"/>
        </dgm:presLayoutVars>
      </dgm:prSet>
      <dgm:spPr/>
    </dgm:pt>
    <dgm:pt modelId="{A5B9BAE4-A9D8-42C6-9926-A665B9A02A75}" type="pres">
      <dgm:prSet presAssocID="{2B3E4157-7B81-496B-8877-9C868C943B74}" presName="sibTrans" presStyleCnt="0"/>
      <dgm:spPr/>
    </dgm:pt>
    <dgm:pt modelId="{387049D5-7D47-4547-BE60-100B2154DA2A}" type="pres">
      <dgm:prSet presAssocID="{72E53AA0-D634-4E7C-BE0B-1D345EB962B8}" presName="compNode" presStyleCnt="0"/>
      <dgm:spPr/>
    </dgm:pt>
    <dgm:pt modelId="{65E49D42-0A91-48E5-862A-88D7CA95A791}" type="pres">
      <dgm:prSet presAssocID="{72E53AA0-D634-4E7C-BE0B-1D345EB962B8}" presName="bgRect" presStyleLbl="bgShp" presStyleIdx="4" presStyleCnt="5"/>
      <dgm:spPr/>
    </dgm:pt>
    <dgm:pt modelId="{6E6AA89E-C117-4E3A-AA34-12A0372CEF34}" type="pres">
      <dgm:prSet presAssocID="{72E53AA0-D634-4E7C-BE0B-1D345EB962B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27D38490-D21B-47A8-9A9F-51EF90FCCFFF}" type="pres">
      <dgm:prSet presAssocID="{72E53AA0-D634-4E7C-BE0B-1D345EB962B8}" presName="spaceRect" presStyleCnt="0"/>
      <dgm:spPr/>
    </dgm:pt>
    <dgm:pt modelId="{769C1DD9-C350-4EC6-946C-04460B2FA481}" type="pres">
      <dgm:prSet presAssocID="{72E53AA0-D634-4E7C-BE0B-1D345EB962B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22F8713-D25D-42F5-BF01-25A86079CA51}" type="presOf" srcId="{C9BB7C92-5774-4D49-91A8-ED22E042039C}" destId="{4B177C33-63F5-4495-A502-A1BADC4F8E50}" srcOrd="0" destOrd="0" presId="urn:microsoft.com/office/officeart/2018/2/layout/IconVerticalSolidList"/>
    <dgm:cxn modelId="{3AE90F2D-97AB-4CAB-9C8E-0882EB771D1B}" srcId="{05680084-B0B9-454E-B05F-846BF8B93C00}" destId="{72E53AA0-D634-4E7C-BE0B-1D345EB962B8}" srcOrd="4" destOrd="0" parTransId="{8D97834C-02DD-49DF-BF8A-6B80D6C95393}" sibTransId="{04FF5C1E-E430-4771-9435-F304864FAA20}"/>
    <dgm:cxn modelId="{EB8ECE45-F1DC-4DA6-9061-806D7657D0EA}" type="presOf" srcId="{72E53AA0-D634-4E7C-BE0B-1D345EB962B8}" destId="{769C1DD9-C350-4EC6-946C-04460B2FA481}" srcOrd="0" destOrd="0" presId="urn:microsoft.com/office/officeart/2018/2/layout/IconVerticalSolidList"/>
    <dgm:cxn modelId="{34882647-FB98-4686-9577-1C862B64A46E}" type="presOf" srcId="{05680084-B0B9-454E-B05F-846BF8B93C00}" destId="{F976B3B3-C608-4BA1-AFAA-26BCB8EBC60A}" srcOrd="0" destOrd="0" presId="urn:microsoft.com/office/officeart/2018/2/layout/IconVerticalSolidList"/>
    <dgm:cxn modelId="{525B9249-3096-441B-A0AB-82FBC7F6B255}" type="presOf" srcId="{9F521CAC-F251-4684-B3AC-D8B5F98E3871}" destId="{A818CC2B-16EC-4487-A555-35DAB80D3B5F}" srcOrd="0" destOrd="0" presId="urn:microsoft.com/office/officeart/2018/2/layout/IconVerticalSolidList"/>
    <dgm:cxn modelId="{C422796D-DF6A-4DFB-971D-591788D3519E}" srcId="{05680084-B0B9-454E-B05F-846BF8B93C00}" destId="{9F521CAC-F251-4684-B3AC-D8B5F98E3871}" srcOrd="0" destOrd="0" parTransId="{88A910F6-AAF6-4CEB-996F-ED4906DE1C49}" sibTransId="{668B6C57-5208-4618-B5AF-3557564D64A6}"/>
    <dgm:cxn modelId="{EBB9B772-AF74-460C-B64D-A5FFEB8E992B}" type="presOf" srcId="{633CBC93-3F5C-45F5-A6AB-D54DC8260EF0}" destId="{5F62DDEB-958D-48C0-9C6A-B248BB74D5EA}" srcOrd="0" destOrd="0" presId="urn:microsoft.com/office/officeart/2018/2/layout/IconVerticalSolidList"/>
    <dgm:cxn modelId="{20CCA973-966E-449C-BAEC-CFC8F11A5FA2}" srcId="{05680084-B0B9-454E-B05F-846BF8B93C00}" destId="{633CBC93-3F5C-45F5-A6AB-D54DC8260EF0}" srcOrd="3" destOrd="0" parTransId="{81369F44-8391-4BCC-9251-E5F67158CC76}" sibTransId="{2B3E4157-7B81-496B-8877-9C868C943B74}"/>
    <dgm:cxn modelId="{ABBD2078-4CC6-4DB7-8E8F-746FB885B447}" srcId="{05680084-B0B9-454E-B05F-846BF8B93C00}" destId="{C9BB7C92-5774-4D49-91A8-ED22E042039C}" srcOrd="1" destOrd="0" parTransId="{3B323CD8-E3EF-43C6-B9AB-DC6C49F1468C}" sibTransId="{2633C1EE-A1EB-4AA4-8C00-4C7EAA38627E}"/>
    <dgm:cxn modelId="{A79C17AF-8420-44D6-BC68-DD3E57E3F40C}" type="presOf" srcId="{ACBDD2E8-1464-4F1E-B969-A2C980F2299B}" destId="{06873658-43F8-4242-9F0F-80A48862672D}" srcOrd="0" destOrd="0" presId="urn:microsoft.com/office/officeart/2018/2/layout/IconVerticalSolidList"/>
    <dgm:cxn modelId="{3DC84DC5-1068-451D-9F95-27AF50A11C59}" srcId="{05680084-B0B9-454E-B05F-846BF8B93C00}" destId="{ACBDD2E8-1464-4F1E-B969-A2C980F2299B}" srcOrd="2" destOrd="0" parTransId="{CF44CCE2-2ADD-49C1-B773-CD00C1E5F518}" sibTransId="{FFB5261E-4273-410D-BE26-34589CC1C9B9}"/>
    <dgm:cxn modelId="{966CBF92-7AD7-4C3F-A9D0-AFF3ECBC6D07}" type="presParOf" srcId="{F976B3B3-C608-4BA1-AFAA-26BCB8EBC60A}" destId="{635F4653-CF0E-4691-8004-488FCBA0F5E8}" srcOrd="0" destOrd="0" presId="urn:microsoft.com/office/officeart/2018/2/layout/IconVerticalSolidList"/>
    <dgm:cxn modelId="{51813A1F-4BD6-41CE-B8A7-DA64EA1ED829}" type="presParOf" srcId="{635F4653-CF0E-4691-8004-488FCBA0F5E8}" destId="{46E709F7-2385-4401-8062-18E6F67922BF}" srcOrd="0" destOrd="0" presId="urn:microsoft.com/office/officeart/2018/2/layout/IconVerticalSolidList"/>
    <dgm:cxn modelId="{053CEA95-F727-40D7-A33F-14CE0ACADAC1}" type="presParOf" srcId="{635F4653-CF0E-4691-8004-488FCBA0F5E8}" destId="{F222407F-9EE3-4246-B7A9-4E5C3FD7793B}" srcOrd="1" destOrd="0" presId="urn:microsoft.com/office/officeart/2018/2/layout/IconVerticalSolidList"/>
    <dgm:cxn modelId="{C7AE4FB8-A75E-45B2-9A2E-C6AEF78D6C55}" type="presParOf" srcId="{635F4653-CF0E-4691-8004-488FCBA0F5E8}" destId="{D155FF60-5BAB-4DA0-8960-1504887A6C12}" srcOrd="2" destOrd="0" presId="urn:microsoft.com/office/officeart/2018/2/layout/IconVerticalSolidList"/>
    <dgm:cxn modelId="{6311C5ED-4030-4390-B18D-B234E2FEEAF2}" type="presParOf" srcId="{635F4653-CF0E-4691-8004-488FCBA0F5E8}" destId="{A818CC2B-16EC-4487-A555-35DAB80D3B5F}" srcOrd="3" destOrd="0" presId="urn:microsoft.com/office/officeart/2018/2/layout/IconVerticalSolidList"/>
    <dgm:cxn modelId="{255EF9C8-B784-45CD-B6BA-84F1E50937B5}" type="presParOf" srcId="{F976B3B3-C608-4BA1-AFAA-26BCB8EBC60A}" destId="{D6CF8CBB-254F-46F3-8A5F-FA7FF813FA6B}" srcOrd="1" destOrd="0" presId="urn:microsoft.com/office/officeart/2018/2/layout/IconVerticalSolidList"/>
    <dgm:cxn modelId="{E1C04BC3-8F06-458C-A0C0-E5AD1744F2A7}" type="presParOf" srcId="{F976B3B3-C608-4BA1-AFAA-26BCB8EBC60A}" destId="{46749D5C-343B-43B2-AEAC-85E992954222}" srcOrd="2" destOrd="0" presId="urn:microsoft.com/office/officeart/2018/2/layout/IconVerticalSolidList"/>
    <dgm:cxn modelId="{9F00C33D-B7CE-4E15-819D-55FA17F3B593}" type="presParOf" srcId="{46749D5C-343B-43B2-AEAC-85E992954222}" destId="{0FACFE71-436A-4041-AF3C-EEE9EA86624A}" srcOrd="0" destOrd="0" presId="urn:microsoft.com/office/officeart/2018/2/layout/IconVerticalSolidList"/>
    <dgm:cxn modelId="{C03E52E9-A1EB-4581-A033-D31065E60CB7}" type="presParOf" srcId="{46749D5C-343B-43B2-AEAC-85E992954222}" destId="{CFF01B36-F9B1-4930-A2DE-9A9080A8DAC8}" srcOrd="1" destOrd="0" presId="urn:microsoft.com/office/officeart/2018/2/layout/IconVerticalSolidList"/>
    <dgm:cxn modelId="{9C2326F9-C43C-43F0-B4EA-7075B178294A}" type="presParOf" srcId="{46749D5C-343B-43B2-AEAC-85E992954222}" destId="{1173E7F9-32EE-4A3F-A9AB-5D1A86491AE7}" srcOrd="2" destOrd="0" presId="urn:microsoft.com/office/officeart/2018/2/layout/IconVerticalSolidList"/>
    <dgm:cxn modelId="{20FA4EFB-DCE1-454B-94A0-B77DE66F7F3C}" type="presParOf" srcId="{46749D5C-343B-43B2-AEAC-85E992954222}" destId="{4B177C33-63F5-4495-A502-A1BADC4F8E50}" srcOrd="3" destOrd="0" presId="urn:microsoft.com/office/officeart/2018/2/layout/IconVerticalSolidList"/>
    <dgm:cxn modelId="{A25B6E0F-92DD-48AF-9431-64148334C8F7}" type="presParOf" srcId="{F976B3B3-C608-4BA1-AFAA-26BCB8EBC60A}" destId="{392C8F5C-126E-4788-9A28-6BD1C8A1825F}" srcOrd="3" destOrd="0" presId="urn:microsoft.com/office/officeart/2018/2/layout/IconVerticalSolidList"/>
    <dgm:cxn modelId="{B53BE3AF-A55D-40BA-B39F-1A873DD81FD4}" type="presParOf" srcId="{F976B3B3-C608-4BA1-AFAA-26BCB8EBC60A}" destId="{C13BBF92-5003-499E-9818-94BE01B48F29}" srcOrd="4" destOrd="0" presId="urn:microsoft.com/office/officeart/2018/2/layout/IconVerticalSolidList"/>
    <dgm:cxn modelId="{060BE925-C1BF-48E4-9F59-497101562C43}" type="presParOf" srcId="{C13BBF92-5003-499E-9818-94BE01B48F29}" destId="{252459C5-41B9-4C23-879A-59FAB476B091}" srcOrd="0" destOrd="0" presId="urn:microsoft.com/office/officeart/2018/2/layout/IconVerticalSolidList"/>
    <dgm:cxn modelId="{1626CE3D-6BEF-4C76-A26F-0F2B274B31A2}" type="presParOf" srcId="{C13BBF92-5003-499E-9818-94BE01B48F29}" destId="{4EC228D5-2CFD-4C7F-BA39-7F4BB3D5C0E2}" srcOrd="1" destOrd="0" presId="urn:microsoft.com/office/officeart/2018/2/layout/IconVerticalSolidList"/>
    <dgm:cxn modelId="{193140CF-89A9-4281-B3DB-C971B4270307}" type="presParOf" srcId="{C13BBF92-5003-499E-9818-94BE01B48F29}" destId="{972AD357-0619-4471-B0D4-50CCE7A75B80}" srcOrd="2" destOrd="0" presId="urn:microsoft.com/office/officeart/2018/2/layout/IconVerticalSolidList"/>
    <dgm:cxn modelId="{6EA8B906-F91C-40FC-9DD8-EEDF657AA4AC}" type="presParOf" srcId="{C13BBF92-5003-499E-9818-94BE01B48F29}" destId="{06873658-43F8-4242-9F0F-80A48862672D}" srcOrd="3" destOrd="0" presId="urn:microsoft.com/office/officeart/2018/2/layout/IconVerticalSolidList"/>
    <dgm:cxn modelId="{DEE32D28-71DE-43B4-A766-59FAEE16978B}" type="presParOf" srcId="{F976B3B3-C608-4BA1-AFAA-26BCB8EBC60A}" destId="{2EB60FC0-ACAA-4C1D-9BAA-9848C6EE765E}" srcOrd="5" destOrd="0" presId="urn:microsoft.com/office/officeart/2018/2/layout/IconVerticalSolidList"/>
    <dgm:cxn modelId="{979EB180-DB18-4D1C-8378-B9E1EAF12518}" type="presParOf" srcId="{F976B3B3-C608-4BA1-AFAA-26BCB8EBC60A}" destId="{523B26CF-647A-4535-8A1C-DE2080EE5836}" srcOrd="6" destOrd="0" presId="urn:microsoft.com/office/officeart/2018/2/layout/IconVerticalSolidList"/>
    <dgm:cxn modelId="{256163C6-BD01-47A5-96E3-64CD5EA410B7}" type="presParOf" srcId="{523B26CF-647A-4535-8A1C-DE2080EE5836}" destId="{87005D3A-EAD4-4530-819D-4418C099D6BA}" srcOrd="0" destOrd="0" presId="urn:microsoft.com/office/officeart/2018/2/layout/IconVerticalSolidList"/>
    <dgm:cxn modelId="{327E7046-C120-4B0F-8E19-73A485817B50}" type="presParOf" srcId="{523B26CF-647A-4535-8A1C-DE2080EE5836}" destId="{F61FC00D-2607-41AD-9025-0700CEC71608}" srcOrd="1" destOrd="0" presId="urn:microsoft.com/office/officeart/2018/2/layout/IconVerticalSolidList"/>
    <dgm:cxn modelId="{C475673A-C932-4D91-BA52-B9391ADEA53E}" type="presParOf" srcId="{523B26CF-647A-4535-8A1C-DE2080EE5836}" destId="{7A25F44A-28EE-4EB8-9836-71C512DB2EC8}" srcOrd="2" destOrd="0" presId="urn:microsoft.com/office/officeart/2018/2/layout/IconVerticalSolidList"/>
    <dgm:cxn modelId="{F6950228-5625-4468-BF7E-30309DC9D5D0}" type="presParOf" srcId="{523B26CF-647A-4535-8A1C-DE2080EE5836}" destId="{5F62DDEB-958D-48C0-9C6A-B248BB74D5EA}" srcOrd="3" destOrd="0" presId="urn:microsoft.com/office/officeart/2018/2/layout/IconVerticalSolidList"/>
    <dgm:cxn modelId="{9739A5EA-0413-4FB7-855D-4A420CD7AD79}" type="presParOf" srcId="{F976B3B3-C608-4BA1-AFAA-26BCB8EBC60A}" destId="{A5B9BAE4-A9D8-42C6-9926-A665B9A02A75}" srcOrd="7" destOrd="0" presId="urn:microsoft.com/office/officeart/2018/2/layout/IconVerticalSolidList"/>
    <dgm:cxn modelId="{E535FCED-CDB0-43C1-A5CD-B3934A037BCD}" type="presParOf" srcId="{F976B3B3-C608-4BA1-AFAA-26BCB8EBC60A}" destId="{387049D5-7D47-4547-BE60-100B2154DA2A}" srcOrd="8" destOrd="0" presId="urn:microsoft.com/office/officeart/2018/2/layout/IconVerticalSolidList"/>
    <dgm:cxn modelId="{F3A2151B-D0A1-4FAE-8317-6C446DB6F5DF}" type="presParOf" srcId="{387049D5-7D47-4547-BE60-100B2154DA2A}" destId="{65E49D42-0A91-48E5-862A-88D7CA95A791}" srcOrd="0" destOrd="0" presId="urn:microsoft.com/office/officeart/2018/2/layout/IconVerticalSolidList"/>
    <dgm:cxn modelId="{2D02360B-C2D5-4752-BCD1-FF270D06E285}" type="presParOf" srcId="{387049D5-7D47-4547-BE60-100B2154DA2A}" destId="{6E6AA89E-C117-4E3A-AA34-12A0372CEF34}" srcOrd="1" destOrd="0" presId="urn:microsoft.com/office/officeart/2018/2/layout/IconVerticalSolidList"/>
    <dgm:cxn modelId="{B72B46E4-2ADC-4470-BEA4-086FCC2C9537}" type="presParOf" srcId="{387049D5-7D47-4547-BE60-100B2154DA2A}" destId="{27D38490-D21B-47A8-9A9F-51EF90FCCFFF}" srcOrd="2" destOrd="0" presId="urn:microsoft.com/office/officeart/2018/2/layout/IconVerticalSolidList"/>
    <dgm:cxn modelId="{E314B9BD-AF03-4BEE-BBA8-234BC79C2E27}" type="presParOf" srcId="{387049D5-7D47-4547-BE60-100B2154DA2A}" destId="{769C1DD9-C350-4EC6-946C-04460B2FA48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5A88636-C9AC-4F37-9817-890E5189EE5A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947FAD-D0BE-4B2D-8844-2ADB8F8C91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Avenir Next LT Pro"/>
            </a:rPr>
            <a:t>Insight:</a:t>
          </a:r>
          <a:endParaRPr lang="en-US" dirty="0">
            <a:latin typeface="Avenir Next LT Pro Light"/>
          </a:endParaRPr>
        </a:p>
      </dgm:t>
    </dgm:pt>
    <dgm:pt modelId="{4407DF1E-6406-441C-9836-50855981C99F}" type="parTrans" cxnId="{7D4FE523-F664-4DE5-9515-CCE24DA56608}">
      <dgm:prSet/>
      <dgm:spPr/>
      <dgm:t>
        <a:bodyPr/>
        <a:lstStyle/>
        <a:p>
          <a:endParaRPr lang="en-US"/>
        </a:p>
      </dgm:t>
    </dgm:pt>
    <dgm:pt modelId="{413CC997-20A6-4650-B4FE-903AAFF47254}" type="sibTrans" cxnId="{7D4FE523-F664-4DE5-9515-CCE24DA5660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96CA82D-BBD5-4734-A4D7-A93D3E1AC5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venir Next LT Pro"/>
            </a:rPr>
            <a:t>Top states contribute major transaction share.</a:t>
          </a:r>
        </a:p>
      </dgm:t>
    </dgm:pt>
    <dgm:pt modelId="{44BAD3BE-2DF5-4041-A30E-8B78C1821BAA}" type="parTrans" cxnId="{1762E0D7-5C91-4A9B-A10C-A6AD522C1D3C}">
      <dgm:prSet/>
      <dgm:spPr/>
      <dgm:t>
        <a:bodyPr/>
        <a:lstStyle/>
        <a:p>
          <a:endParaRPr lang="en-US"/>
        </a:p>
      </dgm:t>
    </dgm:pt>
    <dgm:pt modelId="{57408E6C-317A-4200-8694-EC3F31ADC1F1}" type="sibTrans" cxnId="{1762E0D7-5C91-4A9B-A10C-A6AD522C1D3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FBE2464-C6C7-4726-BA18-67EEA6CD6D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Some emerging states show fast growth trends.</a:t>
          </a:r>
        </a:p>
      </dgm:t>
    </dgm:pt>
    <dgm:pt modelId="{13FC6069-D4A3-41DA-910F-1A6C021D2643}" type="parTrans" cxnId="{3D33DDD3-1068-423E-B611-B42CEE521C9F}">
      <dgm:prSet/>
      <dgm:spPr/>
      <dgm:t>
        <a:bodyPr/>
        <a:lstStyle/>
        <a:p>
          <a:endParaRPr lang="en-US"/>
        </a:p>
      </dgm:t>
    </dgm:pt>
    <dgm:pt modelId="{61DF19E4-91A0-43FD-8875-08405405B5E4}" type="sibTrans" cxnId="{3D33DDD3-1068-423E-B611-B42CEE521C9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4FDA15C-C418-48D3-B667-4FF109B0CF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Tier-2 and Tier-3 districts are expanding quickly.</a:t>
          </a:r>
        </a:p>
      </dgm:t>
    </dgm:pt>
    <dgm:pt modelId="{498253F3-4824-4259-BE10-2A089AEC0026}" type="parTrans" cxnId="{6EAF9240-BD50-4CC4-84C4-51E28117BF2E}">
      <dgm:prSet/>
      <dgm:spPr/>
      <dgm:t>
        <a:bodyPr/>
        <a:lstStyle/>
        <a:p>
          <a:endParaRPr lang="en-US"/>
        </a:p>
      </dgm:t>
    </dgm:pt>
    <dgm:pt modelId="{7F088647-5D6F-4E71-A4D1-33E2D5D85AB1}" type="sibTrans" cxnId="{6EAF9240-BD50-4CC4-84C4-51E28117BF2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8904245-7775-4FCE-B741-A8636E6FA5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Market concentration exists in few regions.</a:t>
          </a:r>
        </a:p>
      </dgm:t>
    </dgm:pt>
    <dgm:pt modelId="{2AA8A862-1198-48C0-B1F7-EE3556BE89C5}" type="parTrans" cxnId="{46CEC042-0F03-4B14-AB32-ABC5A879CC7E}">
      <dgm:prSet/>
      <dgm:spPr/>
      <dgm:t>
        <a:bodyPr/>
        <a:lstStyle/>
        <a:p>
          <a:endParaRPr lang="en-US"/>
        </a:p>
      </dgm:t>
    </dgm:pt>
    <dgm:pt modelId="{44A6E38B-2456-491C-82A5-7F6B69932C07}" type="sibTrans" cxnId="{46CEC042-0F03-4B14-AB32-ABC5A879CC7E}">
      <dgm:prSet/>
      <dgm:spPr/>
      <dgm:t>
        <a:bodyPr/>
        <a:lstStyle/>
        <a:p>
          <a:endParaRPr lang="en-US"/>
        </a:p>
      </dgm:t>
    </dgm:pt>
    <dgm:pt modelId="{8B8ABC78-A8A3-4CEE-9DBA-2AB429E12ED1}" type="pres">
      <dgm:prSet presAssocID="{C5A88636-C9AC-4F37-9817-890E5189EE5A}" presName="root" presStyleCnt="0">
        <dgm:presLayoutVars>
          <dgm:dir/>
          <dgm:resizeHandles val="exact"/>
        </dgm:presLayoutVars>
      </dgm:prSet>
      <dgm:spPr/>
    </dgm:pt>
    <dgm:pt modelId="{0A2B9941-5F36-4F8F-8F55-95BB19538D92}" type="pres">
      <dgm:prSet presAssocID="{C5A88636-C9AC-4F37-9817-890E5189EE5A}" presName="container" presStyleCnt="0">
        <dgm:presLayoutVars>
          <dgm:dir/>
          <dgm:resizeHandles val="exact"/>
        </dgm:presLayoutVars>
      </dgm:prSet>
      <dgm:spPr/>
    </dgm:pt>
    <dgm:pt modelId="{1E8D2389-CAE0-42CE-9065-804873D95B49}" type="pres">
      <dgm:prSet presAssocID="{4D947FAD-D0BE-4B2D-8844-2ADB8F8C91EA}" presName="compNode" presStyleCnt="0"/>
      <dgm:spPr/>
    </dgm:pt>
    <dgm:pt modelId="{286714BE-B24E-44FC-8E34-7F6E3F67DE88}" type="pres">
      <dgm:prSet presAssocID="{4D947FAD-D0BE-4B2D-8844-2ADB8F8C91EA}" presName="iconBgRect" presStyleLbl="bgShp" presStyleIdx="0" presStyleCnt="5"/>
      <dgm:spPr/>
    </dgm:pt>
    <dgm:pt modelId="{53C15A46-8E7B-488F-9001-A88C8D828B8C}" type="pres">
      <dgm:prSet presAssocID="{4D947FAD-D0BE-4B2D-8844-2ADB8F8C91E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1FF1E518-7401-48BC-AAF3-A53E97E90AEA}" type="pres">
      <dgm:prSet presAssocID="{4D947FAD-D0BE-4B2D-8844-2ADB8F8C91EA}" presName="spaceRect" presStyleCnt="0"/>
      <dgm:spPr/>
    </dgm:pt>
    <dgm:pt modelId="{0DD9F8B9-83AC-4D45-AE08-4BBF4C7225A2}" type="pres">
      <dgm:prSet presAssocID="{4D947FAD-D0BE-4B2D-8844-2ADB8F8C91EA}" presName="textRect" presStyleLbl="revTx" presStyleIdx="0" presStyleCnt="5">
        <dgm:presLayoutVars>
          <dgm:chMax val="1"/>
          <dgm:chPref val="1"/>
        </dgm:presLayoutVars>
      </dgm:prSet>
      <dgm:spPr/>
    </dgm:pt>
    <dgm:pt modelId="{9E8B9D8D-7BC6-4144-B20E-FAFFDA06F113}" type="pres">
      <dgm:prSet presAssocID="{413CC997-20A6-4650-B4FE-903AAFF47254}" presName="sibTrans" presStyleLbl="sibTrans2D1" presStyleIdx="0" presStyleCnt="0"/>
      <dgm:spPr/>
    </dgm:pt>
    <dgm:pt modelId="{DB7CD4FE-0FCC-4436-9D1B-39BDCC048925}" type="pres">
      <dgm:prSet presAssocID="{796CA82D-BBD5-4734-A4D7-A93D3E1AC550}" presName="compNode" presStyleCnt="0"/>
      <dgm:spPr/>
    </dgm:pt>
    <dgm:pt modelId="{464EA284-C407-441A-BC30-BB07FE0C1EB7}" type="pres">
      <dgm:prSet presAssocID="{796CA82D-BBD5-4734-A4D7-A93D3E1AC550}" presName="iconBgRect" presStyleLbl="bgShp" presStyleIdx="1" presStyleCnt="5"/>
      <dgm:spPr/>
    </dgm:pt>
    <dgm:pt modelId="{45016040-514E-4256-A89D-16B93B56E37B}" type="pres">
      <dgm:prSet presAssocID="{796CA82D-BBD5-4734-A4D7-A93D3E1AC55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BFCFAC5E-8F7C-4906-BE91-04E1455691F7}" type="pres">
      <dgm:prSet presAssocID="{796CA82D-BBD5-4734-A4D7-A93D3E1AC550}" presName="spaceRect" presStyleCnt="0"/>
      <dgm:spPr/>
    </dgm:pt>
    <dgm:pt modelId="{BFDFD8B3-036D-4053-BAA4-69AEA7F514F2}" type="pres">
      <dgm:prSet presAssocID="{796CA82D-BBD5-4734-A4D7-A93D3E1AC550}" presName="textRect" presStyleLbl="revTx" presStyleIdx="1" presStyleCnt="5">
        <dgm:presLayoutVars>
          <dgm:chMax val="1"/>
          <dgm:chPref val="1"/>
        </dgm:presLayoutVars>
      </dgm:prSet>
      <dgm:spPr/>
    </dgm:pt>
    <dgm:pt modelId="{41F8EA86-6EBC-4B06-BBF5-EBFDD1C22B8B}" type="pres">
      <dgm:prSet presAssocID="{57408E6C-317A-4200-8694-EC3F31ADC1F1}" presName="sibTrans" presStyleLbl="sibTrans2D1" presStyleIdx="0" presStyleCnt="0"/>
      <dgm:spPr/>
    </dgm:pt>
    <dgm:pt modelId="{026B80EA-A83C-4B4C-A082-70ECA55D65B2}" type="pres">
      <dgm:prSet presAssocID="{CFBE2464-C6C7-4726-BA18-67EEA6CD6D51}" presName="compNode" presStyleCnt="0"/>
      <dgm:spPr/>
    </dgm:pt>
    <dgm:pt modelId="{20E9B05B-499E-4154-BF6B-0ED87DC01A24}" type="pres">
      <dgm:prSet presAssocID="{CFBE2464-C6C7-4726-BA18-67EEA6CD6D51}" presName="iconBgRect" presStyleLbl="bgShp" presStyleIdx="2" presStyleCnt="5"/>
      <dgm:spPr/>
    </dgm:pt>
    <dgm:pt modelId="{09117DA1-70AD-497D-9AE3-02A1ED70C396}" type="pres">
      <dgm:prSet presAssocID="{CFBE2464-C6C7-4726-BA18-67EEA6CD6D5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A6182EA-B72E-4BB5-8CC8-D649DCD1A246}" type="pres">
      <dgm:prSet presAssocID="{CFBE2464-C6C7-4726-BA18-67EEA6CD6D51}" presName="spaceRect" presStyleCnt="0"/>
      <dgm:spPr/>
    </dgm:pt>
    <dgm:pt modelId="{AA368DD9-9680-424F-B50C-94936EBA7BCD}" type="pres">
      <dgm:prSet presAssocID="{CFBE2464-C6C7-4726-BA18-67EEA6CD6D51}" presName="textRect" presStyleLbl="revTx" presStyleIdx="2" presStyleCnt="5">
        <dgm:presLayoutVars>
          <dgm:chMax val="1"/>
          <dgm:chPref val="1"/>
        </dgm:presLayoutVars>
      </dgm:prSet>
      <dgm:spPr/>
    </dgm:pt>
    <dgm:pt modelId="{2DCD5C14-FD92-4DEC-ACD1-95CEC004F894}" type="pres">
      <dgm:prSet presAssocID="{61DF19E4-91A0-43FD-8875-08405405B5E4}" presName="sibTrans" presStyleLbl="sibTrans2D1" presStyleIdx="0" presStyleCnt="0"/>
      <dgm:spPr/>
    </dgm:pt>
    <dgm:pt modelId="{26D13B46-4727-410D-89DA-4EFDDF99903A}" type="pres">
      <dgm:prSet presAssocID="{A4FDA15C-C418-48D3-B667-4FF109B0CFD3}" presName="compNode" presStyleCnt="0"/>
      <dgm:spPr/>
    </dgm:pt>
    <dgm:pt modelId="{6DC10BE9-2C3D-47CB-AEA8-ED73DCB25606}" type="pres">
      <dgm:prSet presAssocID="{A4FDA15C-C418-48D3-B667-4FF109B0CFD3}" presName="iconBgRect" presStyleLbl="bgShp" presStyleIdx="3" presStyleCnt="5"/>
      <dgm:spPr/>
    </dgm:pt>
    <dgm:pt modelId="{7073AFC2-E096-480B-9373-429F4EABBFB9}" type="pres">
      <dgm:prSet presAssocID="{A4FDA15C-C418-48D3-B667-4FF109B0CFD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3F0D27D3-A546-40A5-B0C3-AAED2E54FA98}" type="pres">
      <dgm:prSet presAssocID="{A4FDA15C-C418-48D3-B667-4FF109B0CFD3}" presName="spaceRect" presStyleCnt="0"/>
      <dgm:spPr/>
    </dgm:pt>
    <dgm:pt modelId="{4B3B56C7-37DC-419B-B303-1C0BF733039B}" type="pres">
      <dgm:prSet presAssocID="{A4FDA15C-C418-48D3-B667-4FF109B0CFD3}" presName="textRect" presStyleLbl="revTx" presStyleIdx="3" presStyleCnt="5">
        <dgm:presLayoutVars>
          <dgm:chMax val="1"/>
          <dgm:chPref val="1"/>
        </dgm:presLayoutVars>
      </dgm:prSet>
      <dgm:spPr/>
    </dgm:pt>
    <dgm:pt modelId="{2EA7075A-9BFC-4D82-913A-B4390047ECFF}" type="pres">
      <dgm:prSet presAssocID="{7F088647-5D6F-4E71-A4D1-33E2D5D85AB1}" presName="sibTrans" presStyleLbl="sibTrans2D1" presStyleIdx="0" presStyleCnt="0"/>
      <dgm:spPr/>
    </dgm:pt>
    <dgm:pt modelId="{0604A7A9-7D56-4885-97B8-051C79F0C6FE}" type="pres">
      <dgm:prSet presAssocID="{88904245-7775-4FCE-B741-A8636E6FA55A}" presName="compNode" presStyleCnt="0"/>
      <dgm:spPr/>
    </dgm:pt>
    <dgm:pt modelId="{3ADF9109-E4D6-4098-B0D8-5A02DE06A0E9}" type="pres">
      <dgm:prSet presAssocID="{88904245-7775-4FCE-B741-A8636E6FA55A}" presName="iconBgRect" presStyleLbl="bgShp" presStyleIdx="4" presStyleCnt="5"/>
      <dgm:spPr/>
    </dgm:pt>
    <dgm:pt modelId="{E8065DB1-50B5-4307-B088-BDC6C122B0C0}" type="pres">
      <dgm:prSet presAssocID="{88904245-7775-4FCE-B741-A8636E6FA55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16AC3569-04F0-4363-BDD3-9DB38393CDDF}" type="pres">
      <dgm:prSet presAssocID="{88904245-7775-4FCE-B741-A8636E6FA55A}" presName="spaceRect" presStyleCnt="0"/>
      <dgm:spPr/>
    </dgm:pt>
    <dgm:pt modelId="{D82D3417-F0FB-4F53-A477-8FF48FA605B6}" type="pres">
      <dgm:prSet presAssocID="{88904245-7775-4FCE-B741-A8636E6FA55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D4FE523-F664-4DE5-9515-CCE24DA56608}" srcId="{C5A88636-C9AC-4F37-9817-890E5189EE5A}" destId="{4D947FAD-D0BE-4B2D-8844-2ADB8F8C91EA}" srcOrd="0" destOrd="0" parTransId="{4407DF1E-6406-441C-9836-50855981C99F}" sibTransId="{413CC997-20A6-4650-B4FE-903AAFF47254}"/>
    <dgm:cxn modelId="{6EAF9240-BD50-4CC4-84C4-51E28117BF2E}" srcId="{C5A88636-C9AC-4F37-9817-890E5189EE5A}" destId="{A4FDA15C-C418-48D3-B667-4FF109B0CFD3}" srcOrd="3" destOrd="0" parTransId="{498253F3-4824-4259-BE10-2A089AEC0026}" sibTransId="{7F088647-5D6F-4E71-A4D1-33E2D5D85AB1}"/>
    <dgm:cxn modelId="{A040E25F-EFC3-43FF-A666-87014735E83A}" type="presOf" srcId="{7F088647-5D6F-4E71-A4D1-33E2D5D85AB1}" destId="{2EA7075A-9BFC-4D82-913A-B4390047ECFF}" srcOrd="0" destOrd="0" presId="urn:microsoft.com/office/officeart/2018/2/layout/IconCircleList"/>
    <dgm:cxn modelId="{46CEC042-0F03-4B14-AB32-ABC5A879CC7E}" srcId="{C5A88636-C9AC-4F37-9817-890E5189EE5A}" destId="{88904245-7775-4FCE-B741-A8636E6FA55A}" srcOrd="4" destOrd="0" parTransId="{2AA8A862-1198-48C0-B1F7-EE3556BE89C5}" sibTransId="{44A6E38B-2456-491C-82A5-7F6B69932C07}"/>
    <dgm:cxn modelId="{98E96563-A320-4F1E-9FB3-F8EFB87D28F8}" type="presOf" srcId="{88904245-7775-4FCE-B741-A8636E6FA55A}" destId="{D82D3417-F0FB-4F53-A477-8FF48FA605B6}" srcOrd="0" destOrd="0" presId="urn:microsoft.com/office/officeart/2018/2/layout/IconCircleList"/>
    <dgm:cxn modelId="{E397139D-7B28-42B9-8830-ABCBFABFF88E}" type="presOf" srcId="{4D947FAD-D0BE-4B2D-8844-2ADB8F8C91EA}" destId="{0DD9F8B9-83AC-4D45-AE08-4BBF4C7225A2}" srcOrd="0" destOrd="0" presId="urn:microsoft.com/office/officeart/2018/2/layout/IconCircleList"/>
    <dgm:cxn modelId="{A8A566C8-BE7B-4D19-9D8E-594EDACA8BFE}" type="presOf" srcId="{C5A88636-C9AC-4F37-9817-890E5189EE5A}" destId="{8B8ABC78-A8A3-4CEE-9DBA-2AB429E12ED1}" srcOrd="0" destOrd="0" presId="urn:microsoft.com/office/officeart/2018/2/layout/IconCircleList"/>
    <dgm:cxn modelId="{7B5824CC-4B01-4E80-B63D-6EA94358A912}" type="presOf" srcId="{61DF19E4-91A0-43FD-8875-08405405B5E4}" destId="{2DCD5C14-FD92-4DEC-ACD1-95CEC004F894}" srcOrd="0" destOrd="0" presId="urn:microsoft.com/office/officeart/2018/2/layout/IconCircleList"/>
    <dgm:cxn modelId="{8AF566D3-C1F8-491F-9F53-EE7769E1E434}" type="presOf" srcId="{57408E6C-317A-4200-8694-EC3F31ADC1F1}" destId="{41F8EA86-6EBC-4B06-BBF5-EBFDD1C22B8B}" srcOrd="0" destOrd="0" presId="urn:microsoft.com/office/officeart/2018/2/layout/IconCircleList"/>
    <dgm:cxn modelId="{D5D258D3-9479-4506-BA47-E930E413F5FC}" type="presOf" srcId="{413CC997-20A6-4650-B4FE-903AAFF47254}" destId="{9E8B9D8D-7BC6-4144-B20E-FAFFDA06F113}" srcOrd="0" destOrd="0" presId="urn:microsoft.com/office/officeart/2018/2/layout/IconCircleList"/>
    <dgm:cxn modelId="{3D33DDD3-1068-423E-B611-B42CEE521C9F}" srcId="{C5A88636-C9AC-4F37-9817-890E5189EE5A}" destId="{CFBE2464-C6C7-4726-BA18-67EEA6CD6D51}" srcOrd="2" destOrd="0" parTransId="{13FC6069-D4A3-41DA-910F-1A6C021D2643}" sibTransId="{61DF19E4-91A0-43FD-8875-08405405B5E4}"/>
    <dgm:cxn modelId="{FE2C75D7-4991-4D88-807E-F883513A9096}" type="presOf" srcId="{CFBE2464-C6C7-4726-BA18-67EEA6CD6D51}" destId="{AA368DD9-9680-424F-B50C-94936EBA7BCD}" srcOrd="0" destOrd="0" presId="urn:microsoft.com/office/officeart/2018/2/layout/IconCircleList"/>
    <dgm:cxn modelId="{1762E0D7-5C91-4A9B-A10C-A6AD522C1D3C}" srcId="{C5A88636-C9AC-4F37-9817-890E5189EE5A}" destId="{796CA82D-BBD5-4734-A4D7-A93D3E1AC550}" srcOrd="1" destOrd="0" parTransId="{44BAD3BE-2DF5-4041-A30E-8B78C1821BAA}" sibTransId="{57408E6C-317A-4200-8694-EC3F31ADC1F1}"/>
    <dgm:cxn modelId="{512479E5-329C-4807-B21E-344162465BF4}" type="presOf" srcId="{796CA82D-BBD5-4734-A4D7-A93D3E1AC550}" destId="{BFDFD8B3-036D-4053-BAA4-69AEA7F514F2}" srcOrd="0" destOrd="0" presId="urn:microsoft.com/office/officeart/2018/2/layout/IconCircleList"/>
    <dgm:cxn modelId="{744E99F8-738C-404B-AED6-0E8009A1F10F}" type="presOf" srcId="{A4FDA15C-C418-48D3-B667-4FF109B0CFD3}" destId="{4B3B56C7-37DC-419B-B303-1C0BF733039B}" srcOrd="0" destOrd="0" presId="urn:microsoft.com/office/officeart/2018/2/layout/IconCircleList"/>
    <dgm:cxn modelId="{AF92CBFD-1E44-4F06-A6C9-05D3B1161C6B}" type="presParOf" srcId="{8B8ABC78-A8A3-4CEE-9DBA-2AB429E12ED1}" destId="{0A2B9941-5F36-4F8F-8F55-95BB19538D92}" srcOrd="0" destOrd="0" presId="urn:microsoft.com/office/officeart/2018/2/layout/IconCircleList"/>
    <dgm:cxn modelId="{1C596EF6-4034-41BA-917F-C324935EE1EC}" type="presParOf" srcId="{0A2B9941-5F36-4F8F-8F55-95BB19538D92}" destId="{1E8D2389-CAE0-42CE-9065-804873D95B49}" srcOrd="0" destOrd="0" presId="urn:microsoft.com/office/officeart/2018/2/layout/IconCircleList"/>
    <dgm:cxn modelId="{CF2CCE27-1D7B-4425-B50D-44BA330A5BCD}" type="presParOf" srcId="{1E8D2389-CAE0-42CE-9065-804873D95B49}" destId="{286714BE-B24E-44FC-8E34-7F6E3F67DE88}" srcOrd="0" destOrd="0" presId="urn:microsoft.com/office/officeart/2018/2/layout/IconCircleList"/>
    <dgm:cxn modelId="{CB1E6DF0-7949-4B08-8AF4-6FD30250C98A}" type="presParOf" srcId="{1E8D2389-CAE0-42CE-9065-804873D95B49}" destId="{53C15A46-8E7B-488F-9001-A88C8D828B8C}" srcOrd="1" destOrd="0" presId="urn:microsoft.com/office/officeart/2018/2/layout/IconCircleList"/>
    <dgm:cxn modelId="{9E99CF4B-9F93-4EBE-A537-55D1033A7B5A}" type="presParOf" srcId="{1E8D2389-CAE0-42CE-9065-804873D95B49}" destId="{1FF1E518-7401-48BC-AAF3-A53E97E90AEA}" srcOrd="2" destOrd="0" presId="urn:microsoft.com/office/officeart/2018/2/layout/IconCircleList"/>
    <dgm:cxn modelId="{BB9995E5-9DC1-46CF-B508-F441C163A207}" type="presParOf" srcId="{1E8D2389-CAE0-42CE-9065-804873D95B49}" destId="{0DD9F8B9-83AC-4D45-AE08-4BBF4C7225A2}" srcOrd="3" destOrd="0" presId="urn:microsoft.com/office/officeart/2018/2/layout/IconCircleList"/>
    <dgm:cxn modelId="{8B4F3C82-2342-4973-B25F-37899938BF9D}" type="presParOf" srcId="{0A2B9941-5F36-4F8F-8F55-95BB19538D92}" destId="{9E8B9D8D-7BC6-4144-B20E-FAFFDA06F113}" srcOrd="1" destOrd="0" presId="urn:microsoft.com/office/officeart/2018/2/layout/IconCircleList"/>
    <dgm:cxn modelId="{9BFE7D39-922B-445A-9785-E8F1BF227AA2}" type="presParOf" srcId="{0A2B9941-5F36-4F8F-8F55-95BB19538D92}" destId="{DB7CD4FE-0FCC-4436-9D1B-39BDCC048925}" srcOrd="2" destOrd="0" presId="urn:microsoft.com/office/officeart/2018/2/layout/IconCircleList"/>
    <dgm:cxn modelId="{EF157D5D-B617-4807-B8BD-C2B043D0E99B}" type="presParOf" srcId="{DB7CD4FE-0FCC-4436-9D1B-39BDCC048925}" destId="{464EA284-C407-441A-BC30-BB07FE0C1EB7}" srcOrd="0" destOrd="0" presId="urn:microsoft.com/office/officeart/2018/2/layout/IconCircleList"/>
    <dgm:cxn modelId="{B6EA561E-790E-4F78-8D57-287F65775320}" type="presParOf" srcId="{DB7CD4FE-0FCC-4436-9D1B-39BDCC048925}" destId="{45016040-514E-4256-A89D-16B93B56E37B}" srcOrd="1" destOrd="0" presId="urn:microsoft.com/office/officeart/2018/2/layout/IconCircleList"/>
    <dgm:cxn modelId="{82E61CE3-0ED7-40B7-8899-32976A563393}" type="presParOf" srcId="{DB7CD4FE-0FCC-4436-9D1B-39BDCC048925}" destId="{BFCFAC5E-8F7C-4906-BE91-04E1455691F7}" srcOrd="2" destOrd="0" presId="urn:microsoft.com/office/officeart/2018/2/layout/IconCircleList"/>
    <dgm:cxn modelId="{062070CB-71F8-4F75-A38B-0322A1B1A99E}" type="presParOf" srcId="{DB7CD4FE-0FCC-4436-9D1B-39BDCC048925}" destId="{BFDFD8B3-036D-4053-BAA4-69AEA7F514F2}" srcOrd="3" destOrd="0" presId="urn:microsoft.com/office/officeart/2018/2/layout/IconCircleList"/>
    <dgm:cxn modelId="{2EDF3933-DFA7-41A0-AB30-3784886D64A0}" type="presParOf" srcId="{0A2B9941-5F36-4F8F-8F55-95BB19538D92}" destId="{41F8EA86-6EBC-4B06-BBF5-EBFDD1C22B8B}" srcOrd="3" destOrd="0" presId="urn:microsoft.com/office/officeart/2018/2/layout/IconCircleList"/>
    <dgm:cxn modelId="{D5CCA4AC-2E35-45F1-B54A-49405ADEF73D}" type="presParOf" srcId="{0A2B9941-5F36-4F8F-8F55-95BB19538D92}" destId="{026B80EA-A83C-4B4C-A082-70ECA55D65B2}" srcOrd="4" destOrd="0" presId="urn:microsoft.com/office/officeart/2018/2/layout/IconCircleList"/>
    <dgm:cxn modelId="{9D17EF0B-59E0-4D59-8EBB-91585ADB32B4}" type="presParOf" srcId="{026B80EA-A83C-4B4C-A082-70ECA55D65B2}" destId="{20E9B05B-499E-4154-BF6B-0ED87DC01A24}" srcOrd="0" destOrd="0" presId="urn:microsoft.com/office/officeart/2018/2/layout/IconCircleList"/>
    <dgm:cxn modelId="{6954DA43-C706-4804-BCC6-C94881DD9D6B}" type="presParOf" srcId="{026B80EA-A83C-4B4C-A082-70ECA55D65B2}" destId="{09117DA1-70AD-497D-9AE3-02A1ED70C396}" srcOrd="1" destOrd="0" presId="urn:microsoft.com/office/officeart/2018/2/layout/IconCircleList"/>
    <dgm:cxn modelId="{56991554-5896-444E-9AEA-6E3D45D2224A}" type="presParOf" srcId="{026B80EA-A83C-4B4C-A082-70ECA55D65B2}" destId="{AA6182EA-B72E-4BB5-8CC8-D649DCD1A246}" srcOrd="2" destOrd="0" presId="urn:microsoft.com/office/officeart/2018/2/layout/IconCircleList"/>
    <dgm:cxn modelId="{D97F8FDD-F2C1-42FA-BCD1-BA47EAA11E00}" type="presParOf" srcId="{026B80EA-A83C-4B4C-A082-70ECA55D65B2}" destId="{AA368DD9-9680-424F-B50C-94936EBA7BCD}" srcOrd="3" destOrd="0" presId="urn:microsoft.com/office/officeart/2018/2/layout/IconCircleList"/>
    <dgm:cxn modelId="{FF5FFFB8-285F-49C9-B6BF-AA1E41A8C93D}" type="presParOf" srcId="{0A2B9941-5F36-4F8F-8F55-95BB19538D92}" destId="{2DCD5C14-FD92-4DEC-ACD1-95CEC004F894}" srcOrd="5" destOrd="0" presId="urn:microsoft.com/office/officeart/2018/2/layout/IconCircleList"/>
    <dgm:cxn modelId="{2C81D75D-E560-4469-9D2F-B02FEAE6525D}" type="presParOf" srcId="{0A2B9941-5F36-4F8F-8F55-95BB19538D92}" destId="{26D13B46-4727-410D-89DA-4EFDDF99903A}" srcOrd="6" destOrd="0" presId="urn:microsoft.com/office/officeart/2018/2/layout/IconCircleList"/>
    <dgm:cxn modelId="{67A8B240-2B9B-4056-8A72-6D7D30B16DBF}" type="presParOf" srcId="{26D13B46-4727-410D-89DA-4EFDDF99903A}" destId="{6DC10BE9-2C3D-47CB-AEA8-ED73DCB25606}" srcOrd="0" destOrd="0" presId="urn:microsoft.com/office/officeart/2018/2/layout/IconCircleList"/>
    <dgm:cxn modelId="{C7824C57-65F4-4C59-A8BC-2FFEFA0FCC03}" type="presParOf" srcId="{26D13B46-4727-410D-89DA-4EFDDF99903A}" destId="{7073AFC2-E096-480B-9373-429F4EABBFB9}" srcOrd="1" destOrd="0" presId="urn:microsoft.com/office/officeart/2018/2/layout/IconCircleList"/>
    <dgm:cxn modelId="{08AF313A-76F6-4260-9176-3AF2F70FE98D}" type="presParOf" srcId="{26D13B46-4727-410D-89DA-4EFDDF99903A}" destId="{3F0D27D3-A546-40A5-B0C3-AAED2E54FA98}" srcOrd="2" destOrd="0" presId="urn:microsoft.com/office/officeart/2018/2/layout/IconCircleList"/>
    <dgm:cxn modelId="{B412E1F4-A5D4-4B59-8ABD-B6308BA761A5}" type="presParOf" srcId="{26D13B46-4727-410D-89DA-4EFDDF99903A}" destId="{4B3B56C7-37DC-419B-B303-1C0BF733039B}" srcOrd="3" destOrd="0" presId="urn:microsoft.com/office/officeart/2018/2/layout/IconCircleList"/>
    <dgm:cxn modelId="{3126DF52-EAA2-40AF-88D6-96789D98B5B2}" type="presParOf" srcId="{0A2B9941-5F36-4F8F-8F55-95BB19538D92}" destId="{2EA7075A-9BFC-4D82-913A-B4390047ECFF}" srcOrd="7" destOrd="0" presId="urn:microsoft.com/office/officeart/2018/2/layout/IconCircleList"/>
    <dgm:cxn modelId="{AA01C575-86E7-4E2F-A34B-FD1A8446E81E}" type="presParOf" srcId="{0A2B9941-5F36-4F8F-8F55-95BB19538D92}" destId="{0604A7A9-7D56-4885-97B8-051C79F0C6FE}" srcOrd="8" destOrd="0" presId="urn:microsoft.com/office/officeart/2018/2/layout/IconCircleList"/>
    <dgm:cxn modelId="{FFFE7C41-18C8-40A7-B34F-30C575D653D8}" type="presParOf" srcId="{0604A7A9-7D56-4885-97B8-051C79F0C6FE}" destId="{3ADF9109-E4D6-4098-B0D8-5A02DE06A0E9}" srcOrd="0" destOrd="0" presId="urn:microsoft.com/office/officeart/2018/2/layout/IconCircleList"/>
    <dgm:cxn modelId="{D806EE79-92B9-4C9D-8B0D-76CCA5E881C2}" type="presParOf" srcId="{0604A7A9-7D56-4885-97B8-051C79F0C6FE}" destId="{E8065DB1-50B5-4307-B088-BDC6C122B0C0}" srcOrd="1" destOrd="0" presId="urn:microsoft.com/office/officeart/2018/2/layout/IconCircleList"/>
    <dgm:cxn modelId="{634D1A93-0787-431C-8277-279D8C920885}" type="presParOf" srcId="{0604A7A9-7D56-4885-97B8-051C79F0C6FE}" destId="{16AC3569-04F0-4363-BDD3-9DB38393CDDF}" srcOrd="2" destOrd="0" presId="urn:microsoft.com/office/officeart/2018/2/layout/IconCircleList"/>
    <dgm:cxn modelId="{D43E50D3-740B-4F71-85FD-3CD173ED2440}" type="presParOf" srcId="{0604A7A9-7D56-4885-97B8-051C79F0C6FE}" destId="{D82D3417-F0FB-4F53-A477-8FF48FA605B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49109BC-CBED-487B-92E9-DF79F5B4CAC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E5B894D-07F8-4163-B52E-0ECAEFA486BE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700" b="1">
              <a:solidFill>
                <a:srgbClr val="FFFFFF"/>
              </a:solidFill>
              <a:ea typeface="+mn-ea"/>
              <a:cs typeface="+mn-cs"/>
            </a:rPr>
            <a:t>Insight:</a:t>
          </a:r>
          <a:endParaRPr lang="en-US" sz="1700">
            <a:solidFill>
              <a:srgbClr val="FFFFFF"/>
            </a:solidFill>
            <a:ea typeface="+mn-ea"/>
            <a:cs typeface="+mn-cs"/>
          </a:endParaRPr>
        </a:p>
      </dgm:t>
    </dgm:pt>
    <dgm:pt modelId="{93E727FA-A175-4A2C-AEA7-4E3F0142EE2E}" type="parTrans" cxnId="{FF9DC904-C5B9-4C6A-BCD9-9ADF250012CC}">
      <dgm:prSet/>
      <dgm:spPr/>
      <dgm:t>
        <a:bodyPr/>
        <a:lstStyle/>
        <a:p>
          <a:endParaRPr lang="en-US"/>
        </a:p>
      </dgm:t>
    </dgm:pt>
    <dgm:pt modelId="{FAABF8EB-845E-43B9-9D48-A7CF8DFF82C8}" type="sibTrans" cxnId="{FF9DC904-C5B9-4C6A-BCD9-9ADF250012CC}">
      <dgm:prSet/>
      <dgm:spPr/>
      <dgm:t>
        <a:bodyPr/>
        <a:lstStyle/>
        <a:p>
          <a:endParaRPr lang="en-US"/>
        </a:p>
      </dgm:t>
    </dgm:pt>
    <dgm:pt modelId="{99F4EE7E-5DE0-412E-9F6E-7DFF037C654A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700">
              <a:solidFill>
                <a:srgbClr val="FFFFFF"/>
              </a:solidFill>
              <a:ea typeface="+mn-ea"/>
              <a:cs typeface="+mn-cs"/>
            </a:rPr>
            <a:t>Few districts dominate transaction volume.</a:t>
          </a:r>
        </a:p>
      </dgm:t>
    </dgm:pt>
    <dgm:pt modelId="{8B949FA6-2E92-4B97-955A-3F331622E646}" type="parTrans" cxnId="{F4904AB1-83A1-4665-9472-BF3A3FA4EF84}">
      <dgm:prSet/>
      <dgm:spPr/>
      <dgm:t>
        <a:bodyPr/>
        <a:lstStyle/>
        <a:p>
          <a:endParaRPr lang="en-US"/>
        </a:p>
      </dgm:t>
    </dgm:pt>
    <dgm:pt modelId="{494079EA-EC47-4AFB-9D58-E8DE72F184F3}" type="sibTrans" cxnId="{F4904AB1-83A1-4665-9472-BF3A3FA4EF84}">
      <dgm:prSet/>
      <dgm:spPr/>
      <dgm:t>
        <a:bodyPr/>
        <a:lstStyle/>
        <a:p>
          <a:endParaRPr lang="en-US"/>
        </a:p>
      </dgm:t>
    </dgm:pt>
    <dgm:pt modelId="{A00181D6-27E4-4227-8C7B-8636342B9AB7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700" dirty="0">
              <a:solidFill>
                <a:srgbClr val="FFFFFF"/>
              </a:solidFill>
              <a:latin typeface="Avenir Next LT Pro"/>
              <a:ea typeface="+mn-ea"/>
              <a:cs typeface="+mn-cs"/>
            </a:rPr>
            <a:t>Certain pin codes show extremely high activity.</a:t>
          </a:r>
        </a:p>
      </dgm:t>
    </dgm:pt>
    <dgm:pt modelId="{A9DB4DFC-8C9E-4ADF-9531-6B4E6C82EEA2}" type="parTrans" cxnId="{C48B49EE-8DDF-48D2-97F4-99071C5EDDE2}">
      <dgm:prSet/>
      <dgm:spPr/>
      <dgm:t>
        <a:bodyPr/>
        <a:lstStyle/>
        <a:p>
          <a:endParaRPr lang="en-US"/>
        </a:p>
      </dgm:t>
    </dgm:pt>
    <dgm:pt modelId="{9D54743D-8F46-466D-AF04-77626C38BE7D}" type="sibTrans" cxnId="{C48B49EE-8DDF-48D2-97F4-99071C5EDDE2}">
      <dgm:prSet/>
      <dgm:spPr/>
      <dgm:t>
        <a:bodyPr/>
        <a:lstStyle/>
        <a:p>
          <a:endParaRPr lang="en-US"/>
        </a:p>
      </dgm:t>
    </dgm:pt>
    <dgm:pt modelId="{9975F9EA-5E0A-4FB2-A98C-9D689853659E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700" dirty="0">
              <a:solidFill>
                <a:srgbClr val="FFFFFF"/>
              </a:solidFill>
              <a:latin typeface="Avenir Next LT Pro"/>
              <a:ea typeface="+mn-ea"/>
              <a:cs typeface="+mn-cs"/>
            </a:rPr>
            <a:t>Urban areas contribute higher transaction value.</a:t>
          </a:r>
        </a:p>
      </dgm:t>
    </dgm:pt>
    <dgm:pt modelId="{21738A50-841F-4BAD-AD51-F6C7725339F8}" type="parTrans" cxnId="{5DF3D996-D29F-4CF7-8B9F-DFBE5023AFF7}">
      <dgm:prSet/>
      <dgm:spPr/>
      <dgm:t>
        <a:bodyPr/>
        <a:lstStyle/>
        <a:p>
          <a:endParaRPr lang="en-US"/>
        </a:p>
      </dgm:t>
    </dgm:pt>
    <dgm:pt modelId="{0C3490BF-1385-4925-BE50-1D4DD4819CCD}" type="sibTrans" cxnId="{5DF3D996-D29F-4CF7-8B9F-DFBE5023AFF7}">
      <dgm:prSet/>
      <dgm:spPr/>
      <dgm:t>
        <a:bodyPr/>
        <a:lstStyle/>
        <a:p>
          <a:endParaRPr lang="en-US"/>
        </a:p>
      </dgm:t>
    </dgm:pt>
    <dgm:pt modelId="{3AE90F50-55FF-425A-94F6-1ED32B336F52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700" dirty="0">
              <a:solidFill>
                <a:srgbClr val="FFFFFF"/>
              </a:solidFill>
              <a:ea typeface="+mn-ea"/>
              <a:cs typeface="+mn-cs"/>
            </a:rPr>
            <a:t>Growth potential exists in semi-urban districts.</a:t>
          </a:r>
        </a:p>
      </dgm:t>
    </dgm:pt>
    <dgm:pt modelId="{05BA055D-350D-445C-ABF4-09D07E47905E}" type="parTrans" cxnId="{3EFBC54F-503A-45C9-9249-6989B70ACED5}">
      <dgm:prSet/>
      <dgm:spPr/>
      <dgm:t>
        <a:bodyPr/>
        <a:lstStyle/>
        <a:p>
          <a:endParaRPr lang="en-US"/>
        </a:p>
      </dgm:t>
    </dgm:pt>
    <dgm:pt modelId="{F2E8684D-D27E-49FA-8883-DED026D760E3}" type="sibTrans" cxnId="{3EFBC54F-503A-45C9-9249-6989B70ACED5}">
      <dgm:prSet/>
      <dgm:spPr/>
      <dgm:t>
        <a:bodyPr/>
        <a:lstStyle/>
        <a:p>
          <a:endParaRPr lang="en-US"/>
        </a:p>
      </dgm:t>
    </dgm:pt>
    <dgm:pt modelId="{CCD3DD62-FAF0-46DE-A347-DAD55987D8F6}" type="pres">
      <dgm:prSet presAssocID="{649109BC-CBED-487B-92E9-DF79F5B4CACD}" presName="linear" presStyleCnt="0">
        <dgm:presLayoutVars>
          <dgm:dir/>
          <dgm:animLvl val="lvl"/>
          <dgm:resizeHandles val="exact"/>
        </dgm:presLayoutVars>
      </dgm:prSet>
      <dgm:spPr/>
    </dgm:pt>
    <dgm:pt modelId="{5B4C301C-3B84-42BF-9082-FA257B1B2100}" type="pres">
      <dgm:prSet presAssocID="{6E5B894D-07F8-4163-B52E-0ECAEFA486BE}" presName="parentLin" presStyleCnt="0"/>
      <dgm:spPr/>
    </dgm:pt>
    <dgm:pt modelId="{51E5785C-9B7F-453A-B8B4-A95B2968BA4C}" type="pres">
      <dgm:prSet presAssocID="{6E5B894D-07F8-4163-B52E-0ECAEFA486BE}" presName="parentLeftMargin" presStyleLbl="node1" presStyleIdx="0" presStyleCnt="5"/>
      <dgm:spPr/>
    </dgm:pt>
    <dgm:pt modelId="{AA68447A-150B-4ABF-8083-BEBD07BFE5D8}" type="pres">
      <dgm:prSet presAssocID="{6E5B894D-07F8-4163-B52E-0ECAEFA486B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7B5FBF5-AB7E-4D4E-ADD2-3E2E02C30003}" type="pres">
      <dgm:prSet presAssocID="{6E5B894D-07F8-4163-B52E-0ECAEFA486BE}" presName="negativeSpace" presStyleCnt="0"/>
      <dgm:spPr/>
    </dgm:pt>
    <dgm:pt modelId="{CCE41345-8438-46DD-B850-BA3C3CEC34C9}" type="pres">
      <dgm:prSet presAssocID="{6E5B894D-07F8-4163-B52E-0ECAEFA486BE}" presName="childText" presStyleLbl="conFgAcc1" presStyleIdx="0" presStyleCnt="5">
        <dgm:presLayoutVars>
          <dgm:bulletEnabled val="1"/>
        </dgm:presLayoutVars>
      </dgm:prSet>
      <dgm:spPr/>
    </dgm:pt>
    <dgm:pt modelId="{5EE69E2A-D8A5-4279-9089-6EF1DB2D24E3}" type="pres">
      <dgm:prSet presAssocID="{FAABF8EB-845E-43B9-9D48-A7CF8DFF82C8}" presName="spaceBetweenRectangles" presStyleCnt="0"/>
      <dgm:spPr/>
    </dgm:pt>
    <dgm:pt modelId="{208DFF9D-BB4C-4801-ABC6-75AD511C5CF5}" type="pres">
      <dgm:prSet presAssocID="{99F4EE7E-5DE0-412E-9F6E-7DFF037C654A}" presName="parentLin" presStyleCnt="0"/>
      <dgm:spPr/>
    </dgm:pt>
    <dgm:pt modelId="{C3B4B671-2781-4F0B-BB6C-E6388016199E}" type="pres">
      <dgm:prSet presAssocID="{99F4EE7E-5DE0-412E-9F6E-7DFF037C654A}" presName="parentLeftMargin" presStyleLbl="node1" presStyleIdx="0" presStyleCnt="5"/>
      <dgm:spPr/>
    </dgm:pt>
    <dgm:pt modelId="{89BDBB80-345A-4AC7-8044-7CF6B510E5D8}" type="pres">
      <dgm:prSet presAssocID="{99F4EE7E-5DE0-412E-9F6E-7DFF037C654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C0DEA88-A1F1-44CB-A952-F2F3F9C2A0E0}" type="pres">
      <dgm:prSet presAssocID="{99F4EE7E-5DE0-412E-9F6E-7DFF037C654A}" presName="negativeSpace" presStyleCnt="0"/>
      <dgm:spPr/>
    </dgm:pt>
    <dgm:pt modelId="{4E16EF27-960C-433E-A2FA-75A0AD9673CC}" type="pres">
      <dgm:prSet presAssocID="{99F4EE7E-5DE0-412E-9F6E-7DFF037C654A}" presName="childText" presStyleLbl="conFgAcc1" presStyleIdx="1" presStyleCnt="5">
        <dgm:presLayoutVars>
          <dgm:bulletEnabled val="1"/>
        </dgm:presLayoutVars>
      </dgm:prSet>
      <dgm:spPr/>
    </dgm:pt>
    <dgm:pt modelId="{40D4F9A2-B11F-4B5F-80F7-26B8530F2F0C}" type="pres">
      <dgm:prSet presAssocID="{494079EA-EC47-4AFB-9D58-E8DE72F184F3}" presName="spaceBetweenRectangles" presStyleCnt="0"/>
      <dgm:spPr/>
    </dgm:pt>
    <dgm:pt modelId="{CEB44EE2-208C-45B3-AC31-28CBEA6806E0}" type="pres">
      <dgm:prSet presAssocID="{A00181D6-27E4-4227-8C7B-8636342B9AB7}" presName="parentLin" presStyleCnt="0"/>
      <dgm:spPr/>
    </dgm:pt>
    <dgm:pt modelId="{4513EC6D-C9D9-451E-BC38-C68589543B49}" type="pres">
      <dgm:prSet presAssocID="{A00181D6-27E4-4227-8C7B-8636342B9AB7}" presName="parentLeftMargin" presStyleLbl="node1" presStyleIdx="1" presStyleCnt="5"/>
      <dgm:spPr/>
    </dgm:pt>
    <dgm:pt modelId="{F2B8152D-44E8-4625-9C14-F172A423F7A1}" type="pres">
      <dgm:prSet presAssocID="{A00181D6-27E4-4227-8C7B-8636342B9AB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9DC4D31-C7A8-4DF5-8CED-F1A1BA31253E}" type="pres">
      <dgm:prSet presAssocID="{A00181D6-27E4-4227-8C7B-8636342B9AB7}" presName="negativeSpace" presStyleCnt="0"/>
      <dgm:spPr/>
    </dgm:pt>
    <dgm:pt modelId="{5011603F-5AFF-4FA6-BBBC-FDBB909C4B9C}" type="pres">
      <dgm:prSet presAssocID="{A00181D6-27E4-4227-8C7B-8636342B9AB7}" presName="childText" presStyleLbl="conFgAcc1" presStyleIdx="2" presStyleCnt="5">
        <dgm:presLayoutVars>
          <dgm:bulletEnabled val="1"/>
        </dgm:presLayoutVars>
      </dgm:prSet>
      <dgm:spPr/>
    </dgm:pt>
    <dgm:pt modelId="{FFBBA3DE-FC74-4B85-B2C2-62017ED67F7E}" type="pres">
      <dgm:prSet presAssocID="{9D54743D-8F46-466D-AF04-77626C38BE7D}" presName="spaceBetweenRectangles" presStyleCnt="0"/>
      <dgm:spPr/>
    </dgm:pt>
    <dgm:pt modelId="{5AFC968F-6869-460D-9708-304EC32C4025}" type="pres">
      <dgm:prSet presAssocID="{9975F9EA-5E0A-4FB2-A98C-9D689853659E}" presName="parentLin" presStyleCnt="0"/>
      <dgm:spPr/>
    </dgm:pt>
    <dgm:pt modelId="{AF0B472A-D094-41EF-BDEB-EF90C5CB82A5}" type="pres">
      <dgm:prSet presAssocID="{9975F9EA-5E0A-4FB2-A98C-9D689853659E}" presName="parentLeftMargin" presStyleLbl="node1" presStyleIdx="2" presStyleCnt="5"/>
      <dgm:spPr/>
    </dgm:pt>
    <dgm:pt modelId="{45ABD33D-340C-4848-A131-5223AD304947}" type="pres">
      <dgm:prSet presAssocID="{9975F9EA-5E0A-4FB2-A98C-9D689853659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38E3EC6-C994-4496-8008-3406B6C73156}" type="pres">
      <dgm:prSet presAssocID="{9975F9EA-5E0A-4FB2-A98C-9D689853659E}" presName="negativeSpace" presStyleCnt="0"/>
      <dgm:spPr/>
    </dgm:pt>
    <dgm:pt modelId="{737C5EA9-8708-49ED-AFE8-8D884DDC6E00}" type="pres">
      <dgm:prSet presAssocID="{9975F9EA-5E0A-4FB2-A98C-9D689853659E}" presName="childText" presStyleLbl="conFgAcc1" presStyleIdx="3" presStyleCnt="5">
        <dgm:presLayoutVars>
          <dgm:bulletEnabled val="1"/>
        </dgm:presLayoutVars>
      </dgm:prSet>
      <dgm:spPr/>
    </dgm:pt>
    <dgm:pt modelId="{4ACCD35E-7FD5-42DB-9883-5F2AF52B1E63}" type="pres">
      <dgm:prSet presAssocID="{0C3490BF-1385-4925-BE50-1D4DD4819CCD}" presName="spaceBetweenRectangles" presStyleCnt="0"/>
      <dgm:spPr/>
    </dgm:pt>
    <dgm:pt modelId="{CD8EE546-3458-4839-B136-DC3A417890F7}" type="pres">
      <dgm:prSet presAssocID="{3AE90F50-55FF-425A-94F6-1ED32B336F52}" presName="parentLin" presStyleCnt="0"/>
      <dgm:spPr/>
    </dgm:pt>
    <dgm:pt modelId="{05EC19FA-FB57-4C8C-8D12-6FD034979C28}" type="pres">
      <dgm:prSet presAssocID="{3AE90F50-55FF-425A-94F6-1ED32B336F52}" presName="parentLeftMargin" presStyleLbl="node1" presStyleIdx="3" presStyleCnt="5"/>
      <dgm:spPr/>
    </dgm:pt>
    <dgm:pt modelId="{B381D51C-7E4D-486F-BDE8-2037B51A0088}" type="pres">
      <dgm:prSet presAssocID="{3AE90F50-55FF-425A-94F6-1ED32B336F52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90588E5D-F4A1-4816-93A1-A27932032E30}" type="pres">
      <dgm:prSet presAssocID="{3AE90F50-55FF-425A-94F6-1ED32B336F52}" presName="negativeSpace" presStyleCnt="0"/>
      <dgm:spPr/>
    </dgm:pt>
    <dgm:pt modelId="{3F3ED06D-6BE0-4441-B56E-50A74C79F879}" type="pres">
      <dgm:prSet presAssocID="{3AE90F50-55FF-425A-94F6-1ED32B336F52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FF9DC904-C5B9-4C6A-BCD9-9ADF250012CC}" srcId="{649109BC-CBED-487B-92E9-DF79F5B4CACD}" destId="{6E5B894D-07F8-4163-B52E-0ECAEFA486BE}" srcOrd="0" destOrd="0" parTransId="{93E727FA-A175-4A2C-AEA7-4E3F0142EE2E}" sibTransId="{FAABF8EB-845E-43B9-9D48-A7CF8DFF82C8}"/>
    <dgm:cxn modelId="{ADABAC21-3400-4478-8C66-02952BD4D317}" type="presOf" srcId="{6E5B894D-07F8-4163-B52E-0ECAEFA486BE}" destId="{51E5785C-9B7F-453A-B8B4-A95B2968BA4C}" srcOrd="0" destOrd="0" presId="urn:microsoft.com/office/officeart/2005/8/layout/list1"/>
    <dgm:cxn modelId="{CAC59239-E0C2-4ACD-9778-FFD024DD69D5}" type="presOf" srcId="{3AE90F50-55FF-425A-94F6-1ED32B336F52}" destId="{B381D51C-7E4D-486F-BDE8-2037B51A0088}" srcOrd="1" destOrd="0" presId="urn:microsoft.com/office/officeart/2005/8/layout/list1"/>
    <dgm:cxn modelId="{C942A339-6F1E-42A8-A16E-8B5EEBD20670}" type="presOf" srcId="{9975F9EA-5E0A-4FB2-A98C-9D689853659E}" destId="{45ABD33D-340C-4848-A131-5223AD304947}" srcOrd="1" destOrd="0" presId="urn:microsoft.com/office/officeart/2005/8/layout/list1"/>
    <dgm:cxn modelId="{AF36446D-B3B4-44E0-91D9-C5C42FA6A24C}" type="presOf" srcId="{3AE90F50-55FF-425A-94F6-1ED32B336F52}" destId="{05EC19FA-FB57-4C8C-8D12-6FD034979C28}" srcOrd="0" destOrd="0" presId="urn:microsoft.com/office/officeart/2005/8/layout/list1"/>
    <dgm:cxn modelId="{3EFBC54F-503A-45C9-9249-6989B70ACED5}" srcId="{649109BC-CBED-487B-92E9-DF79F5B4CACD}" destId="{3AE90F50-55FF-425A-94F6-1ED32B336F52}" srcOrd="4" destOrd="0" parTransId="{05BA055D-350D-445C-ABF4-09D07E47905E}" sibTransId="{F2E8684D-D27E-49FA-8883-DED026D760E3}"/>
    <dgm:cxn modelId="{85CF9770-3C57-4BA4-B77C-43297C099851}" type="presOf" srcId="{6E5B894D-07F8-4163-B52E-0ECAEFA486BE}" destId="{AA68447A-150B-4ABF-8083-BEBD07BFE5D8}" srcOrd="1" destOrd="0" presId="urn:microsoft.com/office/officeart/2005/8/layout/list1"/>
    <dgm:cxn modelId="{9AF92081-8AA5-46D6-9B49-0069E709430F}" type="presOf" srcId="{99F4EE7E-5DE0-412E-9F6E-7DFF037C654A}" destId="{C3B4B671-2781-4F0B-BB6C-E6388016199E}" srcOrd="0" destOrd="0" presId="urn:microsoft.com/office/officeart/2005/8/layout/list1"/>
    <dgm:cxn modelId="{5DF3D996-D29F-4CF7-8B9F-DFBE5023AFF7}" srcId="{649109BC-CBED-487B-92E9-DF79F5B4CACD}" destId="{9975F9EA-5E0A-4FB2-A98C-9D689853659E}" srcOrd="3" destOrd="0" parTransId="{21738A50-841F-4BAD-AD51-F6C7725339F8}" sibTransId="{0C3490BF-1385-4925-BE50-1D4DD4819CCD}"/>
    <dgm:cxn modelId="{F4904AB1-83A1-4665-9472-BF3A3FA4EF84}" srcId="{649109BC-CBED-487B-92E9-DF79F5B4CACD}" destId="{99F4EE7E-5DE0-412E-9F6E-7DFF037C654A}" srcOrd="1" destOrd="0" parTransId="{8B949FA6-2E92-4B97-955A-3F331622E646}" sibTransId="{494079EA-EC47-4AFB-9D58-E8DE72F184F3}"/>
    <dgm:cxn modelId="{547A01B6-EFE2-46B7-AB12-21F4AB7A7B6C}" type="presOf" srcId="{99F4EE7E-5DE0-412E-9F6E-7DFF037C654A}" destId="{89BDBB80-345A-4AC7-8044-7CF6B510E5D8}" srcOrd="1" destOrd="0" presId="urn:microsoft.com/office/officeart/2005/8/layout/list1"/>
    <dgm:cxn modelId="{83E32BCD-C4CE-4428-B6FF-DA1886C2F776}" type="presOf" srcId="{649109BC-CBED-487B-92E9-DF79F5B4CACD}" destId="{CCD3DD62-FAF0-46DE-A347-DAD55987D8F6}" srcOrd="0" destOrd="0" presId="urn:microsoft.com/office/officeart/2005/8/layout/list1"/>
    <dgm:cxn modelId="{D6DDC1D9-020A-49C7-940E-B11B58723242}" type="presOf" srcId="{9975F9EA-5E0A-4FB2-A98C-9D689853659E}" destId="{AF0B472A-D094-41EF-BDEB-EF90C5CB82A5}" srcOrd="0" destOrd="0" presId="urn:microsoft.com/office/officeart/2005/8/layout/list1"/>
    <dgm:cxn modelId="{7C3CA5E2-A418-4198-A972-964756238104}" type="presOf" srcId="{A00181D6-27E4-4227-8C7B-8636342B9AB7}" destId="{4513EC6D-C9D9-451E-BC38-C68589543B49}" srcOrd="0" destOrd="0" presId="urn:microsoft.com/office/officeart/2005/8/layout/list1"/>
    <dgm:cxn modelId="{C48B49EE-8DDF-48D2-97F4-99071C5EDDE2}" srcId="{649109BC-CBED-487B-92E9-DF79F5B4CACD}" destId="{A00181D6-27E4-4227-8C7B-8636342B9AB7}" srcOrd="2" destOrd="0" parTransId="{A9DB4DFC-8C9E-4ADF-9531-6B4E6C82EEA2}" sibTransId="{9D54743D-8F46-466D-AF04-77626C38BE7D}"/>
    <dgm:cxn modelId="{713F22F9-A26B-4762-BE64-C16F475C42C3}" type="presOf" srcId="{A00181D6-27E4-4227-8C7B-8636342B9AB7}" destId="{F2B8152D-44E8-4625-9C14-F172A423F7A1}" srcOrd="1" destOrd="0" presId="urn:microsoft.com/office/officeart/2005/8/layout/list1"/>
    <dgm:cxn modelId="{3C7783C9-D30C-43F5-84DA-430C22E27C98}" type="presParOf" srcId="{CCD3DD62-FAF0-46DE-A347-DAD55987D8F6}" destId="{5B4C301C-3B84-42BF-9082-FA257B1B2100}" srcOrd="0" destOrd="0" presId="urn:microsoft.com/office/officeart/2005/8/layout/list1"/>
    <dgm:cxn modelId="{31D38EEE-7649-4A29-8922-5ED6269E9335}" type="presParOf" srcId="{5B4C301C-3B84-42BF-9082-FA257B1B2100}" destId="{51E5785C-9B7F-453A-B8B4-A95B2968BA4C}" srcOrd="0" destOrd="0" presId="urn:microsoft.com/office/officeart/2005/8/layout/list1"/>
    <dgm:cxn modelId="{317D23C6-3C21-496F-AE47-6B8E6C68A471}" type="presParOf" srcId="{5B4C301C-3B84-42BF-9082-FA257B1B2100}" destId="{AA68447A-150B-4ABF-8083-BEBD07BFE5D8}" srcOrd="1" destOrd="0" presId="urn:microsoft.com/office/officeart/2005/8/layout/list1"/>
    <dgm:cxn modelId="{C10DC8C9-D660-4013-A01C-0894FD096FCC}" type="presParOf" srcId="{CCD3DD62-FAF0-46DE-A347-DAD55987D8F6}" destId="{17B5FBF5-AB7E-4D4E-ADD2-3E2E02C30003}" srcOrd="1" destOrd="0" presId="urn:microsoft.com/office/officeart/2005/8/layout/list1"/>
    <dgm:cxn modelId="{AB1FC411-8273-40E3-811D-A57763A6683D}" type="presParOf" srcId="{CCD3DD62-FAF0-46DE-A347-DAD55987D8F6}" destId="{CCE41345-8438-46DD-B850-BA3C3CEC34C9}" srcOrd="2" destOrd="0" presId="urn:microsoft.com/office/officeart/2005/8/layout/list1"/>
    <dgm:cxn modelId="{1A868739-765F-44B9-94CB-827937DF2449}" type="presParOf" srcId="{CCD3DD62-FAF0-46DE-A347-DAD55987D8F6}" destId="{5EE69E2A-D8A5-4279-9089-6EF1DB2D24E3}" srcOrd="3" destOrd="0" presId="urn:microsoft.com/office/officeart/2005/8/layout/list1"/>
    <dgm:cxn modelId="{CE7A97DA-00F1-470F-8C5C-93781439F317}" type="presParOf" srcId="{CCD3DD62-FAF0-46DE-A347-DAD55987D8F6}" destId="{208DFF9D-BB4C-4801-ABC6-75AD511C5CF5}" srcOrd="4" destOrd="0" presId="urn:microsoft.com/office/officeart/2005/8/layout/list1"/>
    <dgm:cxn modelId="{2EB4ED0A-FECF-4195-8D0C-1C3BA5BC9FBE}" type="presParOf" srcId="{208DFF9D-BB4C-4801-ABC6-75AD511C5CF5}" destId="{C3B4B671-2781-4F0B-BB6C-E6388016199E}" srcOrd="0" destOrd="0" presId="urn:microsoft.com/office/officeart/2005/8/layout/list1"/>
    <dgm:cxn modelId="{9B128096-41FC-42D2-B4CD-E2590E4DEF44}" type="presParOf" srcId="{208DFF9D-BB4C-4801-ABC6-75AD511C5CF5}" destId="{89BDBB80-345A-4AC7-8044-7CF6B510E5D8}" srcOrd="1" destOrd="0" presId="urn:microsoft.com/office/officeart/2005/8/layout/list1"/>
    <dgm:cxn modelId="{712AEF3F-6E25-4BDA-94AF-01E587C32198}" type="presParOf" srcId="{CCD3DD62-FAF0-46DE-A347-DAD55987D8F6}" destId="{EC0DEA88-A1F1-44CB-A952-F2F3F9C2A0E0}" srcOrd="5" destOrd="0" presId="urn:microsoft.com/office/officeart/2005/8/layout/list1"/>
    <dgm:cxn modelId="{0C053822-4A3B-43CC-A33D-3CA32842E520}" type="presParOf" srcId="{CCD3DD62-FAF0-46DE-A347-DAD55987D8F6}" destId="{4E16EF27-960C-433E-A2FA-75A0AD9673CC}" srcOrd="6" destOrd="0" presId="urn:microsoft.com/office/officeart/2005/8/layout/list1"/>
    <dgm:cxn modelId="{F2440B0E-8E31-40B1-824D-2330A7BB9E4B}" type="presParOf" srcId="{CCD3DD62-FAF0-46DE-A347-DAD55987D8F6}" destId="{40D4F9A2-B11F-4B5F-80F7-26B8530F2F0C}" srcOrd="7" destOrd="0" presId="urn:microsoft.com/office/officeart/2005/8/layout/list1"/>
    <dgm:cxn modelId="{DD5A9DB5-A95B-45FF-B4DC-A09B4D41A5EE}" type="presParOf" srcId="{CCD3DD62-FAF0-46DE-A347-DAD55987D8F6}" destId="{CEB44EE2-208C-45B3-AC31-28CBEA6806E0}" srcOrd="8" destOrd="0" presId="urn:microsoft.com/office/officeart/2005/8/layout/list1"/>
    <dgm:cxn modelId="{34736705-D9EC-4239-80A8-38CEBA08CB33}" type="presParOf" srcId="{CEB44EE2-208C-45B3-AC31-28CBEA6806E0}" destId="{4513EC6D-C9D9-451E-BC38-C68589543B49}" srcOrd="0" destOrd="0" presId="urn:microsoft.com/office/officeart/2005/8/layout/list1"/>
    <dgm:cxn modelId="{9692C2A3-AEDD-47B8-8BDB-90C503E04D4C}" type="presParOf" srcId="{CEB44EE2-208C-45B3-AC31-28CBEA6806E0}" destId="{F2B8152D-44E8-4625-9C14-F172A423F7A1}" srcOrd="1" destOrd="0" presId="urn:microsoft.com/office/officeart/2005/8/layout/list1"/>
    <dgm:cxn modelId="{CF85EAE7-D62D-43BA-9D14-D1570F86B538}" type="presParOf" srcId="{CCD3DD62-FAF0-46DE-A347-DAD55987D8F6}" destId="{49DC4D31-C7A8-4DF5-8CED-F1A1BA31253E}" srcOrd="9" destOrd="0" presId="urn:microsoft.com/office/officeart/2005/8/layout/list1"/>
    <dgm:cxn modelId="{E223A7D5-1DEF-438C-83B9-218AE01D10F0}" type="presParOf" srcId="{CCD3DD62-FAF0-46DE-A347-DAD55987D8F6}" destId="{5011603F-5AFF-4FA6-BBBC-FDBB909C4B9C}" srcOrd="10" destOrd="0" presId="urn:microsoft.com/office/officeart/2005/8/layout/list1"/>
    <dgm:cxn modelId="{7530DAF8-309A-44CB-8C08-BD0648BAE4CA}" type="presParOf" srcId="{CCD3DD62-FAF0-46DE-A347-DAD55987D8F6}" destId="{FFBBA3DE-FC74-4B85-B2C2-62017ED67F7E}" srcOrd="11" destOrd="0" presId="urn:microsoft.com/office/officeart/2005/8/layout/list1"/>
    <dgm:cxn modelId="{8AF7C1E8-957B-4DE4-96D8-FE3342A00E23}" type="presParOf" srcId="{CCD3DD62-FAF0-46DE-A347-DAD55987D8F6}" destId="{5AFC968F-6869-460D-9708-304EC32C4025}" srcOrd="12" destOrd="0" presId="urn:microsoft.com/office/officeart/2005/8/layout/list1"/>
    <dgm:cxn modelId="{55060B81-BC0F-4994-89BF-165E0001CF98}" type="presParOf" srcId="{5AFC968F-6869-460D-9708-304EC32C4025}" destId="{AF0B472A-D094-41EF-BDEB-EF90C5CB82A5}" srcOrd="0" destOrd="0" presId="urn:microsoft.com/office/officeart/2005/8/layout/list1"/>
    <dgm:cxn modelId="{403604CA-EC6D-4839-ACC9-F96206E61622}" type="presParOf" srcId="{5AFC968F-6869-460D-9708-304EC32C4025}" destId="{45ABD33D-340C-4848-A131-5223AD304947}" srcOrd="1" destOrd="0" presId="urn:microsoft.com/office/officeart/2005/8/layout/list1"/>
    <dgm:cxn modelId="{788C9406-7288-4C97-918E-D77E95C54151}" type="presParOf" srcId="{CCD3DD62-FAF0-46DE-A347-DAD55987D8F6}" destId="{B38E3EC6-C994-4496-8008-3406B6C73156}" srcOrd="13" destOrd="0" presId="urn:microsoft.com/office/officeart/2005/8/layout/list1"/>
    <dgm:cxn modelId="{3C82A3F3-6A1B-4318-AECB-84C6FBA742ED}" type="presParOf" srcId="{CCD3DD62-FAF0-46DE-A347-DAD55987D8F6}" destId="{737C5EA9-8708-49ED-AFE8-8D884DDC6E00}" srcOrd="14" destOrd="0" presId="urn:microsoft.com/office/officeart/2005/8/layout/list1"/>
    <dgm:cxn modelId="{2A591C27-E2AC-4C18-B9BE-F5E9862072EC}" type="presParOf" srcId="{CCD3DD62-FAF0-46DE-A347-DAD55987D8F6}" destId="{4ACCD35E-7FD5-42DB-9883-5F2AF52B1E63}" srcOrd="15" destOrd="0" presId="urn:microsoft.com/office/officeart/2005/8/layout/list1"/>
    <dgm:cxn modelId="{475BE49B-5D5C-41C2-BEB3-EA544E24A543}" type="presParOf" srcId="{CCD3DD62-FAF0-46DE-A347-DAD55987D8F6}" destId="{CD8EE546-3458-4839-B136-DC3A417890F7}" srcOrd="16" destOrd="0" presId="urn:microsoft.com/office/officeart/2005/8/layout/list1"/>
    <dgm:cxn modelId="{C3AFCC58-19E2-4431-BBBF-6824D911E4EE}" type="presParOf" srcId="{CD8EE546-3458-4839-B136-DC3A417890F7}" destId="{05EC19FA-FB57-4C8C-8D12-6FD034979C28}" srcOrd="0" destOrd="0" presId="urn:microsoft.com/office/officeart/2005/8/layout/list1"/>
    <dgm:cxn modelId="{01998150-502E-434B-9B0B-3F9BA020843A}" type="presParOf" srcId="{CD8EE546-3458-4839-B136-DC3A417890F7}" destId="{B381D51C-7E4D-486F-BDE8-2037B51A0088}" srcOrd="1" destOrd="0" presId="urn:microsoft.com/office/officeart/2005/8/layout/list1"/>
    <dgm:cxn modelId="{751A4572-5710-45E0-993A-9302B194A466}" type="presParOf" srcId="{CCD3DD62-FAF0-46DE-A347-DAD55987D8F6}" destId="{90588E5D-F4A1-4816-93A1-A27932032E30}" srcOrd="17" destOrd="0" presId="urn:microsoft.com/office/officeart/2005/8/layout/list1"/>
    <dgm:cxn modelId="{8FD0EAEA-0C71-4C27-A632-DE870502904A}" type="presParOf" srcId="{CCD3DD62-FAF0-46DE-A347-DAD55987D8F6}" destId="{3F3ED06D-6BE0-4441-B56E-50A74C79F879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6B7EA6-2CE5-4A3B-B2AC-C2EB22F3B37F}">
      <dsp:nvSpPr>
        <dsp:cNvPr id="0" name=""/>
        <dsp:cNvSpPr/>
      </dsp:nvSpPr>
      <dsp:spPr>
        <a:xfrm>
          <a:off x="649508" y="1250350"/>
          <a:ext cx="1059006" cy="10590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C7290D-EFE9-4B10-9E3E-FE9F96A22CCB}">
      <dsp:nvSpPr>
        <dsp:cNvPr id="0" name=""/>
        <dsp:cNvSpPr/>
      </dsp:nvSpPr>
      <dsp:spPr>
        <a:xfrm>
          <a:off x="2338" y="2623477"/>
          <a:ext cx="235334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Analyze transaction and user data across India</a:t>
          </a:r>
        </a:p>
      </dsp:txBody>
      <dsp:txXfrm>
        <a:off x="2338" y="2623477"/>
        <a:ext cx="2353348" cy="720000"/>
      </dsp:txXfrm>
    </dsp:sp>
    <dsp:sp modelId="{245E9D61-EF29-46B0-9ACC-F1DE82B721DC}">
      <dsp:nvSpPr>
        <dsp:cNvPr id="0" name=""/>
        <dsp:cNvSpPr/>
      </dsp:nvSpPr>
      <dsp:spPr>
        <a:xfrm>
          <a:off x="3414693" y="1250350"/>
          <a:ext cx="1059006" cy="10590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E0FFCD-7766-4037-9B89-8C491143850E}">
      <dsp:nvSpPr>
        <dsp:cNvPr id="0" name=""/>
        <dsp:cNvSpPr/>
      </dsp:nvSpPr>
      <dsp:spPr>
        <a:xfrm>
          <a:off x="2767522" y="2623477"/>
          <a:ext cx="235334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Identify high-performing states and districts</a:t>
          </a:r>
        </a:p>
      </dsp:txBody>
      <dsp:txXfrm>
        <a:off x="2767522" y="2623477"/>
        <a:ext cx="2353348" cy="720000"/>
      </dsp:txXfrm>
    </dsp:sp>
    <dsp:sp modelId="{444397FB-9F3D-4195-8776-3199AF77BE5D}">
      <dsp:nvSpPr>
        <dsp:cNvPr id="0" name=""/>
        <dsp:cNvSpPr/>
      </dsp:nvSpPr>
      <dsp:spPr>
        <a:xfrm>
          <a:off x="6179878" y="1250350"/>
          <a:ext cx="1059006" cy="10590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8108AE-9091-4E03-A563-A92285D454AE}">
      <dsp:nvSpPr>
        <dsp:cNvPr id="0" name=""/>
        <dsp:cNvSpPr/>
      </dsp:nvSpPr>
      <dsp:spPr>
        <a:xfrm>
          <a:off x="5532707" y="2623477"/>
          <a:ext cx="235334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Understand device engagement patterns</a:t>
          </a:r>
        </a:p>
      </dsp:txBody>
      <dsp:txXfrm>
        <a:off x="5532707" y="2623477"/>
        <a:ext cx="2353348" cy="720000"/>
      </dsp:txXfrm>
    </dsp:sp>
    <dsp:sp modelId="{44DE1CA8-2781-4579-91AA-9C920003E5E7}">
      <dsp:nvSpPr>
        <dsp:cNvPr id="0" name=""/>
        <dsp:cNvSpPr/>
      </dsp:nvSpPr>
      <dsp:spPr>
        <a:xfrm>
          <a:off x="8945063" y="1250350"/>
          <a:ext cx="1059006" cy="10590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5640F1-84B4-4FE0-B902-6DD03CFB77A8}">
      <dsp:nvSpPr>
        <dsp:cNvPr id="0" name=""/>
        <dsp:cNvSpPr/>
      </dsp:nvSpPr>
      <dsp:spPr>
        <a:xfrm>
          <a:off x="8297892" y="2623477"/>
          <a:ext cx="235334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Support strategic business decisions</a:t>
          </a:r>
        </a:p>
      </dsp:txBody>
      <dsp:txXfrm>
        <a:off x="8297892" y="2623477"/>
        <a:ext cx="2353348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B122AA-5B55-4A2A-A203-986E2D0F0AF1}">
      <dsp:nvSpPr>
        <dsp:cNvPr id="0" name=""/>
        <dsp:cNvSpPr/>
      </dsp:nvSpPr>
      <dsp:spPr>
        <a:xfrm>
          <a:off x="0" y="560"/>
          <a:ext cx="10653579" cy="13122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63014C-757D-44E1-A44B-F38C0D6A8A60}">
      <dsp:nvSpPr>
        <dsp:cNvPr id="0" name=""/>
        <dsp:cNvSpPr/>
      </dsp:nvSpPr>
      <dsp:spPr>
        <a:xfrm>
          <a:off x="396941" y="295806"/>
          <a:ext cx="721711" cy="7217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9AFAE8-78FF-47EB-A418-935A3415AC5B}">
      <dsp:nvSpPr>
        <dsp:cNvPr id="0" name=""/>
        <dsp:cNvSpPr/>
      </dsp:nvSpPr>
      <dsp:spPr>
        <a:xfrm>
          <a:off x="1515593" y="560"/>
          <a:ext cx="9137985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Aggregated tables (state-level)</a:t>
          </a:r>
        </a:p>
      </dsp:txBody>
      <dsp:txXfrm>
        <a:off x="1515593" y="560"/>
        <a:ext cx="9137985" cy="1312201"/>
      </dsp:txXfrm>
    </dsp:sp>
    <dsp:sp modelId="{C4C99A37-71CA-4308-B55F-C9CE3164E012}">
      <dsp:nvSpPr>
        <dsp:cNvPr id="0" name=""/>
        <dsp:cNvSpPr/>
      </dsp:nvSpPr>
      <dsp:spPr>
        <a:xfrm>
          <a:off x="0" y="1640813"/>
          <a:ext cx="10653579" cy="13122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449D84-0256-492B-88DA-24A8D6552ADE}">
      <dsp:nvSpPr>
        <dsp:cNvPr id="0" name=""/>
        <dsp:cNvSpPr/>
      </dsp:nvSpPr>
      <dsp:spPr>
        <a:xfrm>
          <a:off x="396941" y="1936058"/>
          <a:ext cx="721711" cy="7217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E77E3A-64F2-4A3F-B9AB-01BA6EE11799}">
      <dsp:nvSpPr>
        <dsp:cNvPr id="0" name=""/>
        <dsp:cNvSpPr/>
      </dsp:nvSpPr>
      <dsp:spPr>
        <a:xfrm>
          <a:off x="1515593" y="1640813"/>
          <a:ext cx="9137985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Map tables (district-level)</a:t>
          </a:r>
        </a:p>
      </dsp:txBody>
      <dsp:txXfrm>
        <a:off x="1515593" y="1640813"/>
        <a:ext cx="9137985" cy="1312201"/>
      </dsp:txXfrm>
    </dsp:sp>
    <dsp:sp modelId="{E5546696-D6C7-433B-A9E2-0C117F3412E7}">
      <dsp:nvSpPr>
        <dsp:cNvPr id="0" name=""/>
        <dsp:cNvSpPr/>
      </dsp:nvSpPr>
      <dsp:spPr>
        <a:xfrm>
          <a:off x="0" y="3281065"/>
          <a:ext cx="10653579" cy="13122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3CA308-E9F7-4E3D-9E09-B428937DF4C1}">
      <dsp:nvSpPr>
        <dsp:cNvPr id="0" name=""/>
        <dsp:cNvSpPr/>
      </dsp:nvSpPr>
      <dsp:spPr>
        <a:xfrm>
          <a:off x="396941" y="3576310"/>
          <a:ext cx="721711" cy="7217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FDA839-386E-461F-9827-80E118700337}">
      <dsp:nvSpPr>
        <dsp:cNvPr id="0" name=""/>
        <dsp:cNvSpPr/>
      </dsp:nvSpPr>
      <dsp:spPr>
        <a:xfrm>
          <a:off x="1515593" y="3281065"/>
          <a:ext cx="9137985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Top tables (ranking data)</a:t>
          </a:r>
        </a:p>
      </dsp:txBody>
      <dsp:txXfrm>
        <a:off x="1515593" y="3281065"/>
        <a:ext cx="9137985" cy="13122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45ECC5-7CD5-47CD-80B6-33F774F244A0}">
      <dsp:nvSpPr>
        <dsp:cNvPr id="0" name=""/>
        <dsp:cNvSpPr/>
      </dsp:nvSpPr>
      <dsp:spPr>
        <a:xfrm>
          <a:off x="649508" y="1250350"/>
          <a:ext cx="1059006" cy="10590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993301-0E31-4D70-BFBF-E41EF814EEAF}">
      <dsp:nvSpPr>
        <dsp:cNvPr id="0" name=""/>
        <dsp:cNvSpPr/>
      </dsp:nvSpPr>
      <dsp:spPr>
        <a:xfrm>
          <a:off x="2338" y="2623477"/>
          <a:ext cx="235334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PostgreSQL (SQL Queries)</a:t>
          </a:r>
        </a:p>
      </dsp:txBody>
      <dsp:txXfrm>
        <a:off x="2338" y="2623477"/>
        <a:ext cx="2353348" cy="720000"/>
      </dsp:txXfrm>
    </dsp:sp>
    <dsp:sp modelId="{21105666-ABE3-4265-AFF1-16E90610A642}">
      <dsp:nvSpPr>
        <dsp:cNvPr id="0" name=""/>
        <dsp:cNvSpPr/>
      </dsp:nvSpPr>
      <dsp:spPr>
        <a:xfrm>
          <a:off x="3414693" y="1250350"/>
          <a:ext cx="1059006" cy="10590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DEA27B-7EF2-47B9-9308-94F8388F9D13}">
      <dsp:nvSpPr>
        <dsp:cNvPr id="0" name=""/>
        <dsp:cNvSpPr/>
      </dsp:nvSpPr>
      <dsp:spPr>
        <a:xfrm>
          <a:off x="2767522" y="2623477"/>
          <a:ext cx="235334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Python (Pandas)</a:t>
          </a:r>
        </a:p>
      </dsp:txBody>
      <dsp:txXfrm>
        <a:off x="2767522" y="2623477"/>
        <a:ext cx="2353348" cy="720000"/>
      </dsp:txXfrm>
    </dsp:sp>
    <dsp:sp modelId="{C2633CCD-C55D-4F2B-A369-F9FF983AB4BE}">
      <dsp:nvSpPr>
        <dsp:cNvPr id="0" name=""/>
        <dsp:cNvSpPr/>
      </dsp:nvSpPr>
      <dsp:spPr>
        <a:xfrm>
          <a:off x="6179878" y="1250350"/>
          <a:ext cx="1059006" cy="10590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C6DE64-5C5F-419C-A2A9-94FA292AD218}">
      <dsp:nvSpPr>
        <dsp:cNvPr id="0" name=""/>
        <dsp:cNvSpPr/>
      </dsp:nvSpPr>
      <dsp:spPr>
        <a:xfrm>
          <a:off x="5532707" y="2623477"/>
          <a:ext cx="235334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Streamlit (Dashboard)</a:t>
          </a:r>
        </a:p>
      </dsp:txBody>
      <dsp:txXfrm>
        <a:off x="5532707" y="2623477"/>
        <a:ext cx="2353348" cy="720000"/>
      </dsp:txXfrm>
    </dsp:sp>
    <dsp:sp modelId="{B5122C24-0B6C-4E4A-9444-A88D2C08CF91}">
      <dsp:nvSpPr>
        <dsp:cNvPr id="0" name=""/>
        <dsp:cNvSpPr/>
      </dsp:nvSpPr>
      <dsp:spPr>
        <a:xfrm>
          <a:off x="8945063" y="1250350"/>
          <a:ext cx="1059006" cy="10590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624335-4F60-4A62-B467-5F448EDDA92D}">
      <dsp:nvSpPr>
        <dsp:cNvPr id="0" name=""/>
        <dsp:cNvSpPr/>
      </dsp:nvSpPr>
      <dsp:spPr>
        <a:xfrm>
          <a:off x="8297892" y="2623477"/>
          <a:ext cx="235334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Plotly (Visualizations)</a:t>
          </a:r>
        </a:p>
      </dsp:txBody>
      <dsp:txXfrm>
        <a:off x="8297892" y="2623477"/>
        <a:ext cx="2353348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D42D3F-5347-4C49-A43E-7366EDCEA16E}">
      <dsp:nvSpPr>
        <dsp:cNvPr id="0" name=""/>
        <dsp:cNvSpPr/>
      </dsp:nvSpPr>
      <dsp:spPr>
        <a:xfrm>
          <a:off x="0" y="0"/>
          <a:ext cx="4646981" cy="7373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Insight:</a:t>
          </a:r>
          <a:endParaRPr lang="en-US" sz="1400" kern="1200"/>
        </a:p>
      </dsp:txBody>
      <dsp:txXfrm>
        <a:off x="21597" y="21597"/>
        <a:ext cx="3765026" cy="694178"/>
      </dsp:txXfrm>
    </dsp:sp>
    <dsp:sp modelId="{76DE03B4-4733-48DC-9B85-13DE400B5B39}">
      <dsp:nvSpPr>
        <dsp:cNvPr id="0" name=""/>
        <dsp:cNvSpPr/>
      </dsp:nvSpPr>
      <dsp:spPr>
        <a:xfrm>
          <a:off x="347014" y="839784"/>
          <a:ext cx="4646981" cy="7373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Some states show strong growth in transaction value every year.</a:t>
          </a:r>
        </a:p>
      </dsp:txBody>
      <dsp:txXfrm>
        <a:off x="368611" y="861381"/>
        <a:ext cx="3777480" cy="694178"/>
      </dsp:txXfrm>
    </dsp:sp>
    <dsp:sp modelId="{03BA2317-4CC3-4BAA-A0C8-87EB8B0C1AB4}">
      <dsp:nvSpPr>
        <dsp:cNvPr id="0" name=""/>
        <dsp:cNvSpPr/>
      </dsp:nvSpPr>
      <dsp:spPr>
        <a:xfrm>
          <a:off x="694029" y="1679569"/>
          <a:ext cx="4646981" cy="7373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UPI category dominates most transactions.</a:t>
          </a:r>
        </a:p>
      </dsp:txBody>
      <dsp:txXfrm>
        <a:off x="715626" y="1701166"/>
        <a:ext cx="3777480" cy="694178"/>
      </dsp:txXfrm>
    </dsp:sp>
    <dsp:sp modelId="{911E4BD3-EDAE-48C4-815D-FE4A94EB7A58}">
      <dsp:nvSpPr>
        <dsp:cNvPr id="0" name=""/>
        <dsp:cNvSpPr/>
      </dsp:nvSpPr>
      <dsp:spPr>
        <a:xfrm>
          <a:off x="1041044" y="2519354"/>
          <a:ext cx="4646981" cy="7373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 few states show slow growth, indicating market saturation or lower engagement.</a:t>
          </a:r>
        </a:p>
      </dsp:txBody>
      <dsp:txXfrm>
        <a:off x="1062641" y="2540951"/>
        <a:ext cx="3777480" cy="694178"/>
      </dsp:txXfrm>
    </dsp:sp>
    <dsp:sp modelId="{C50AD931-4AFA-4143-AF44-692FDF23D4CA}">
      <dsp:nvSpPr>
        <dsp:cNvPr id="0" name=""/>
        <dsp:cNvSpPr/>
      </dsp:nvSpPr>
      <dsp:spPr>
        <a:xfrm>
          <a:off x="1388059" y="3359139"/>
          <a:ext cx="4646981" cy="7373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Transaction volume increases steadily each year.</a:t>
          </a:r>
        </a:p>
      </dsp:txBody>
      <dsp:txXfrm>
        <a:off x="1409656" y="3380736"/>
        <a:ext cx="3777480" cy="694178"/>
      </dsp:txXfrm>
    </dsp:sp>
    <dsp:sp modelId="{A0832265-6FED-4AEA-A956-EFCE83B5CC10}">
      <dsp:nvSpPr>
        <dsp:cNvPr id="0" name=""/>
        <dsp:cNvSpPr/>
      </dsp:nvSpPr>
      <dsp:spPr>
        <a:xfrm>
          <a:off x="4167689" y="538691"/>
          <a:ext cx="479291" cy="47929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4275529" y="538691"/>
        <a:ext cx="263611" cy="360666"/>
      </dsp:txXfrm>
    </dsp:sp>
    <dsp:sp modelId="{43008E81-3F16-4888-A924-3775AE48A680}">
      <dsp:nvSpPr>
        <dsp:cNvPr id="0" name=""/>
        <dsp:cNvSpPr/>
      </dsp:nvSpPr>
      <dsp:spPr>
        <a:xfrm>
          <a:off x="4514704" y="1378476"/>
          <a:ext cx="479291" cy="47929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4622544" y="1378476"/>
        <a:ext cx="263611" cy="360666"/>
      </dsp:txXfrm>
    </dsp:sp>
    <dsp:sp modelId="{00CA88C8-8E66-4E7F-9BCB-6DD1593BDD2C}">
      <dsp:nvSpPr>
        <dsp:cNvPr id="0" name=""/>
        <dsp:cNvSpPr/>
      </dsp:nvSpPr>
      <dsp:spPr>
        <a:xfrm>
          <a:off x="4861719" y="2205971"/>
          <a:ext cx="479291" cy="47929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4969559" y="2205971"/>
        <a:ext cx="263611" cy="360666"/>
      </dsp:txXfrm>
    </dsp:sp>
    <dsp:sp modelId="{7DB726E8-80E8-47D3-9630-0C1BE6711699}">
      <dsp:nvSpPr>
        <dsp:cNvPr id="0" name=""/>
        <dsp:cNvSpPr/>
      </dsp:nvSpPr>
      <dsp:spPr>
        <a:xfrm>
          <a:off x="5208734" y="3053949"/>
          <a:ext cx="479291" cy="47929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5316574" y="3053949"/>
        <a:ext cx="263611" cy="3606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A42D19-C19F-43EE-BF0F-F2B9F834207C}">
      <dsp:nvSpPr>
        <dsp:cNvPr id="0" name=""/>
        <dsp:cNvSpPr/>
      </dsp:nvSpPr>
      <dsp:spPr>
        <a:xfrm>
          <a:off x="0" y="0"/>
          <a:ext cx="8203255" cy="8268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Insight:</a:t>
          </a:r>
          <a:endParaRPr lang="en-US" sz="2100" kern="1200"/>
        </a:p>
      </dsp:txBody>
      <dsp:txXfrm>
        <a:off x="24219" y="24219"/>
        <a:ext cx="7214231" cy="778451"/>
      </dsp:txXfrm>
    </dsp:sp>
    <dsp:sp modelId="{08731BC8-3A54-4CFC-B93C-473C7BA8B1BA}">
      <dsp:nvSpPr>
        <dsp:cNvPr id="0" name=""/>
        <dsp:cNvSpPr/>
      </dsp:nvSpPr>
      <dsp:spPr>
        <a:xfrm>
          <a:off x="612580" y="941734"/>
          <a:ext cx="8203255" cy="8268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Certain device brands have high registered users but low app opens.</a:t>
          </a:r>
        </a:p>
      </dsp:txBody>
      <dsp:txXfrm>
        <a:off x="636799" y="965953"/>
        <a:ext cx="7004759" cy="778451"/>
      </dsp:txXfrm>
    </dsp:sp>
    <dsp:sp modelId="{53E5DE97-59FE-4557-8218-49B4A44BDC83}">
      <dsp:nvSpPr>
        <dsp:cNvPr id="0" name=""/>
        <dsp:cNvSpPr/>
      </dsp:nvSpPr>
      <dsp:spPr>
        <a:xfrm>
          <a:off x="1225161" y="1883469"/>
          <a:ext cx="8203255" cy="8268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Premium brands show higher engagement per user.</a:t>
          </a:r>
        </a:p>
      </dsp:txBody>
      <dsp:txXfrm>
        <a:off x="1249380" y="1907688"/>
        <a:ext cx="7004759" cy="778451"/>
      </dsp:txXfrm>
    </dsp:sp>
    <dsp:sp modelId="{F4B7C51D-CBCA-4596-83B8-C0E7ECB3A960}">
      <dsp:nvSpPr>
        <dsp:cNvPr id="0" name=""/>
        <dsp:cNvSpPr/>
      </dsp:nvSpPr>
      <dsp:spPr>
        <a:xfrm>
          <a:off x="1837742" y="2825204"/>
          <a:ext cx="8203255" cy="8268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Some regions prefer specific device brands.</a:t>
          </a:r>
        </a:p>
      </dsp:txBody>
      <dsp:txXfrm>
        <a:off x="1861961" y="2849423"/>
        <a:ext cx="7004759" cy="778451"/>
      </dsp:txXfrm>
    </dsp:sp>
    <dsp:sp modelId="{A4CC286A-5E2A-4840-96C2-4BF16F2AF8D5}">
      <dsp:nvSpPr>
        <dsp:cNvPr id="0" name=""/>
        <dsp:cNvSpPr/>
      </dsp:nvSpPr>
      <dsp:spPr>
        <a:xfrm>
          <a:off x="2450323" y="3766938"/>
          <a:ext cx="8203255" cy="8268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App engagement is uneven across brands.</a:t>
          </a:r>
        </a:p>
      </dsp:txBody>
      <dsp:txXfrm>
        <a:off x="2474542" y="3791157"/>
        <a:ext cx="7004759" cy="778451"/>
      </dsp:txXfrm>
    </dsp:sp>
    <dsp:sp modelId="{A2295BC0-7A82-47D5-BCD6-CAB4ACB8B665}">
      <dsp:nvSpPr>
        <dsp:cNvPr id="0" name=""/>
        <dsp:cNvSpPr/>
      </dsp:nvSpPr>
      <dsp:spPr>
        <a:xfrm>
          <a:off x="7665777" y="604088"/>
          <a:ext cx="537477" cy="53747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786709" y="604088"/>
        <a:ext cx="295613" cy="404451"/>
      </dsp:txXfrm>
    </dsp:sp>
    <dsp:sp modelId="{188A3E5E-4E5F-4352-B229-15091DD180BC}">
      <dsp:nvSpPr>
        <dsp:cNvPr id="0" name=""/>
        <dsp:cNvSpPr/>
      </dsp:nvSpPr>
      <dsp:spPr>
        <a:xfrm>
          <a:off x="8278358" y="1545823"/>
          <a:ext cx="537477" cy="53747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399290" y="1545823"/>
        <a:ext cx="295613" cy="404451"/>
      </dsp:txXfrm>
    </dsp:sp>
    <dsp:sp modelId="{CBADA90D-6E1E-40FF-AFDF-8BEB3FE5241F}">
      <dsp:nvSpPr>
        <dsp:cNvPr id="0" name=""/>
        <dsp:cNvSpPr/>
      </dsp:nvSpPr>
      <dsp:spPr>
        <a:xfrm>
          <a:off x="8890939" y="2473776"/>
          <a:ext cx="537477" cy="53747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011871" y="2473776"/>
        <a:ext cx="295613" cy="404451"/>
      </dsp:txXfrm>
    </dsp:sp>
    <dsp:sp modelId="{515D3384-C7EB-4488-A283-3A53171B4105}">
      <dsp:nvSpPr>
        <dsp:cNvPr id="0" name=""/>
        <dsp:cNvSpPr/>
      </dsp:nvSpPr>
      <dsp:spPr>
        <a:xfrm>
          <a:off x="9503520" y="3424698"/>
          <a:ext cx="537477" cy="53747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624452" y="3424698"/>
        <a:ext cx="295613" cy="40445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E709F7-2385-4401-8062-18E6F67922BF}">
      <dsp:nvSpPr>
        <dsp:cNvPr id="0" name=""/>
        <dsp:cNvSpPr/>
      </dsp:nvSpPr>
      <dsp:spPr>
        <a:xfrm>
          <a:off x="0" y="3588"/>
          <a:ext cx="10653579" cy="76444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22407F-9EE3-4246-B7A9-4E5C3FD7793B}">
      <dsp:nvSpPr>
        <dsp:cNvPr id="0" name=""/>
        <dsp:cNvSpPr/>
      </dsp:nvSpPr>
      <dsp:spPr>
        <a:xfrm>
          <a:off x="231243" y="175588"/>
          <a:ext cx="420442" cy="4204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18CC2B-16EC-4487-A555-35DAB80D3B5F}">
      <dsp:nvSpPr>
        <dsp:cNvPr id="0" name=""/>
        <dsp:cNvSpPr/>
      </dsp:nvSpPr>
      <dsp:spPr>
        <a:xfrm>
          <a:off x="882930" y="3588"/>
          <a:ext cx="9770648" cy="764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903" tIns="80903" rIns="80903" bIns="8090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Insight:</a:t>
          </a:r>
          <a:endParaRPr lang="en-US" sz="1900" kern="1200"/>
        </a:p>
      </dsp:txBody>
      <dsp:txXfrm>
        <a:off x="882930" y="3588"/>
        <a:ext cx="9770648" cy="764441"/>
      </dsp:txXfrm>
    </dsp:sp>
    <dsp:sp modelId="{0FACFE71-436A-4041-AF3C-EEE9EA86624A}">
      <dsp:nvSpPr>
        <dsp:cNvPr id="0" name=""/>
        <dsp:cNvSpPr/>
      </dsp:nvSpPr>
      <dsp:spPr>
        <a:xfrm>
          <a:off x="0" y="959141"/>
          <a:ext cx="10653579" cy="76444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F01B36-F9B1-4930-A2DE-9A9080A8DAC8}">
      <dsp:nvSpPr>
        <dsp:cNvPr id="0" name=""/>
        <dsp:cNvSpPr/>
      </dsp:nvSpPr>
      <dsp:spPr>
        <a:xfrm>
          <a:off x="231243" y="1131140"/>
          <a:ext cx="420442" cy="4204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177C33-63F5-4495-A502-A1BADC4F8E50}">
      <dsp:nvSpPr>
        <dsp:cNvPr id="0" name=""/>
        <dsp:cNvSpPr/>
      </dsp:nvSpPr>
      <dsp:spPr>
        <a:xfrm>
          <a:off x="882930" y="959141"/>
          <a:ext cx="9770648" cy="764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903" tIns="80903" rIns="80903" bIns="8090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Insurance transactions are growing but slower than payments.</a:t>
          </a:r>
        </a:p>
      </dsp:txBody>
      <dsp:txXfrm>
        <a:off x="882930" y="959141"/>
        <a:ext cx="9770648" cy="764441"/>
      </dsp:txXfrm>
    </dsp:sp>
    <dsp:sp modelId="{252459C5-41B9-4C23-879A-59FAB476B091}">
      <dsp:nvSpPr>
        <dsp:cNvPr id="0" name=""/>
        <dsp:cNvSpPr/>
      </dsp:nvSpPr>
      <dsp:spPr>
        <a:xfrm>
          <a:off x="0" y="1914693"/>
          <a:ext cx="10653579" cy="76444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C228D5-2CFD-4C7F-BA39-7F4BB3D5C0E2}">
      <dsp:nvSpPr>
        <dsp:cNvPr id="0" name=""/>
        <dsp:cNvSpPr/>
      </dsp:nvSpPr>
      <dsp:spPr>
        <a:xfrm>
          <a:off x="231243" y="2086692"/>
          <a:ext cx="420442" cy="42044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873658-43F8-4242-9F0F-80A48862672D}">
      <dsp:nvSpPr>
        <dsp:cNvPr id="0" name=""/>
        <dsp:cNvSpPr/>
      </dsp:nvSpPr>
      <dsp:spPr>
        <a:xfrm>
          <a:off x="882930" y="1914693"/>
          <a:ext cx="9770648" cy="764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903" tIns="80903" rIns="80903" bIns="8090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Few states contribute majority of insurance revenue.</a:t>
          </a:r>
        </a:p>
      </dsp:txBody>
      <dsp:txXfrm>
        <a:off x="882930" y="1914693"/>
        <a:ext cx="9770648" cy="764441"/>
      </dsp:txXfrm>
    </dsp:sp>
    <dsp:sp modelId="{87005D3A-EAD4-4530-819D-4418C099D6BA}">
      <dsp:nvSpPr>
        <dsp:cNvPr id="0" name=""/>
        <dsp:cNvSpPr/>
      </dsp:nvSpPr>
      <dsp:spPr>
        <a:xfrm>
          <a:off x="0" y="2870245"/>
          <a:ext cx="10653579" cy="76444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1FC00D-2607-41AD-9025-0700CEC71608}">
      <dsp:nvSpPr>
        <dsp:cNvPr id="0" name=""/>
        <dsp:cNvSpPr/>
      </dsp:nvSpPr>
      <dsp:spPr>
        <a:xfrm>
          <a:off x="231243" y="3042244"/>
          <a:ext cx="420442" cy="42044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62DDEB-958D-48C0-9C6A-B248BB74D5EA}">
      <dsp:nvSpPr>
        <dsp:cNvPr id="0" name=""/>
        <dsp:cNvSpPr/>
      </dsp:nvSpPr>
      <dsp:spPr>
        <a:xfrm>
          <a:off x="882930" y="2870245"/>
          <a:ext cx="9770648" cy="764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903" tIns="80903" rIns="80903" bIns="8090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Rural regions show lower insurance adoption.</a:t>
          </a:r>
        </a:p>
      </dsp:txBody>
      <dsp:txXfrm>
        <a:off x="882930" y="2870245"/>
        <a:ext cx="9770648" cy="764441"/>
      </dsp:txXfrm>
    </dsp:sp>
    <dsp:sp modelId="{65E49D42-0A91-48E5-862A-88D7CA95A791}">
      <dsp:nvSpPr>
        <dsp:cNvPr id="0" name=""/>
        <dsp:cNvSpPr/>
      </dsp:nvSpPr>
      <dsp:spPr>
        <a:xfrm>
          <a:off x="0" y="3825797"/>
          <a:ext cx="10653579" cy="76444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6AA89E-C117-4E3A-AA34-12A0372CEF34}">
      <dsp:nvSpPr>
        <dsp:cNvPr id="0" name=""/>
        <dsp:cNvSpPr/>
      </dsp:nvSpPr>
      <dsp:spPr>
        <a:xfrm>
          <a:off x="231243" y="3997796"/>
          <a:ext cx="420442" cy="42044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9C1DD9-C350-4EC6-946C-04460B2FA481}">
      <dsp:nvSpPr>
        <dsp:cNvPr id="0" name=""/>
        <dsp:cNvSpPr/>
      </dsp:nvSpPr>
      <dsp:spPr>
        <a:xfrm>
          <a:off x="882930" y="3825797"/>
          <a:ext cx="9770648" cy="764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903" tIns="80903" rIns="80903" bIns="8090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Insurance awareness may be limited.</a:t>
          </a:r>
        </a:p>
      </dsp:txBody>
      <dsp:txXfrm>
        <a:off x="882930" y="3825797"/>
        <a:ext cx="9770648" cy="76444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6714BE-B24E-44FC-8E34-7F6E3F67DE88}">
      <dsp:nvSpPr>
        <dsp:cNvPr id="0" name=""/>
        <dsp:cNvSpPr/>
      </dsp:nvSpPr>
      <dsp:spPr>
        <a:xfrm>
          <a:off x="1639158" y="51372"/>
          <a:ext cx="976394" cy="976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C15A46-8E7B-488F-9001-A88C8D828B8C}">
      <dsp:nvSpPr>
        <dsp:cNvPr id="0" name=""/>
        <dsp:cNvSpPr/>
      </dsp:nvSpPr>
      <dsp:spPr>
        <a:xfrm>
          <a:off x="1844201" y="256414"/>
          <a:ext cx="566308" cy="5663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D9F8B9-83AC-4D45-AE08-4BBF4C7225A2}">
      <dsp:nvSpPr>
        <dsp:cNvPr id="0" name=""/>
        <dsp:cNvSpPr/>
      </dsp:nvSpPr>
      <dsp:spPr>
        <a:xfrm>
          <a:off x="2824779" y="51372"/>
          <a:ext cx="2301500" cy="97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Avenir Next LT Pro"/>
            </a:rPr>
            <a:t>Insight:</a:t>
          </a:r>
          <a:endParaRPr lang="en-US" sz="1900" kern="1200" dirty="0">
            <a:latin typeface="Avenir Next LT Pro Light"/>
          </a:endParaRPr>
        </a:p>
      </dsp:txBody>
      <dsp:txXfrm>
        <a:off x="2824779" y="51372"/>
        <a:ext cx="2301500" cy="976394"/>
      </dsp:txXfrm>
    </dsp:sp>
    <dsp:sp modelId="{464EA284-C407-441A-BC30-BB07FE0C1EB7}">
      <dsp:nvSpPr>
        <dsp:cNvPr id="0" name=""/>
        <dsp:cNvSpPr/>
      </dsp:nvSpPr>
      <dsp:spPr>
        <a:xfrm>
          <a:off x="5527298" y="51372"/>
          <a:ext cx="976394" cy="976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016040-514E-4256-A89D-16B93B56E37B}">
      <dsp:nvSpPr>
        <dsp:cNvPr id="0" name=""/>
        <dsp:cNvSpPr/>
      </dsp:nvSpPr>
      <dsp:spPr>
        <a:xfrm>
          <a:off x="5732341" y="256414"/>
          <a:ext cx="566308" cy="5663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DFD8B3-036D-4053-BAA4-69AEA7F514F2}">
      <dsp:nvSpPr>
        <dsp:cNvPr id="0" name=""/>
        <dsp:cNvSpPr/>
      </dsp:nvSpPr>
      <dsp:spPr>
        <a:xfrm>
          <a:off x="6712920" y="51372"/>
          <a:ext cx="2301500" cy="97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Avenir Next LT Pro"/>
            </a:rPr>
            <a:t>Top states contribute major transaction share.</a:t>
          </a:r>
        </a:p>
      </dsp:txBody>
      <dsp:txXfrm>
        <a:off x="6712920" y="51372"/>
        <a:ext cx="2301500" cy="976394"/>
      </dsp:txXfrm>
    </dsp:sp>
    <dsp:sp modelId="{20E9B05B-499E-4154-BF6B-0ED87DC01A24}">
      <dsp:nvSpPr>
        <dsp:cNvPr id="0" name=""/>
        <dsp:cNvSpPr/>
      </dsp:nvSpPr>
      <dsp:spPr>
        <a:xfrm>
          <a:off x="1639158" y="1808716"/>
          <a:ext cx="976394" cy="976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117DA1-70AD-497D-9AE3-02A1ED70C396}">
      <dsp:nvSpPr>
        <dsp:cNvPr id="0" name=""/>
        <dsp:cNvSpPr/>
      </dsp:nvSpPr>
      <dsp:spPr>
        <a:xfrm>
          <a:off x="1844201" y="2013759"/>
          <a:ext cx="566308" cy="5663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368DD9-9680-424F-B50C-94936EBA7BCD}">
      <dsp:nvSpPr>
        <dsp:cNvPr id="0" name=""/>
        <dsp:cNvSpPr/>
      </dsp:nvSpPr>
      <dsp:spPr>
        <a:xfrm>
          <a:off x="2824779" y="1808716"/>
          <a:ext cx="2301500" cy="97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Some emerging states show fast growth trends.</a:t>
          </a:r>
        </a:p>
      </dsp:txBody>
      <dsp:txXfrm>
        <a:off x="2824779" y="1808716"/>
        <a:ext cx="2301500" cy="976394"/>
      </dsp:txXfrm>
    </dsp:sp>
    <dsp:sp modelId="{6DC10BE9-2C3D-47CB-AEA8-ED73DCB25606}">
      <dsp:nvSpPr>
        <dsp:cNvPr id="0" name=""/>
        <dsp:cNvSpPr/>
      </dsp:nvSpPr>
      <dsp:spPr>
        <a:xfrm>
          <a:off x="5527298" y="1808716"/>
          <a:ext cx="976394" cy="976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73AFC2-E096-480B-9373-429F4EABBFB9}">
      <dsp:nvSpPr>
        <dsp:cNvPr id="0" name=""/>
        <dsp:cNvSpPr/>
      </dsp:nvSpPr>
      <dsp:spPr>
        <a:xfrm>
          <a:off x="5732341" y="2013759"/>
          <a:ext cx="566308" cy="56630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3B56C7-37DC-419B-B303-1C0BF733039B}">
      <dsp:nvSpPr>
        <dsp:cNvPr id="0" name=""/>
        <dsp:cNvSpPr/>
      </dsp:nvSpPr>
      <dsp:spPr>
        <a:xfrm>
          <a:off x="6712920" y="1808716"/>
          <a:ext cx="2301500" cy="97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Tier-2 and Tier-3 districts are expanding quickly.</a:t>
          </a:r>
        </a:p>
      </dsp:txBody>
      <dsp:txXfrm>
        <a:off x="6712920" y="1808716"/>
        <a:ext cx="2301500" cy="976394"/>
      </dsp:txXfrm>
    </dsp:sp>
    <dsp:sp modelId="{3ADF9109-E4D6-4098-B0D8-5A02DE06A0E9}">
      <dsp:nvSpPr>
        <dsp:cNvPr id="0" name=""/>
        <dsp:cNvSpPr/>
      </dsp:nvSpPr>
      <dsp:spPr>
        <a:xfrm>
          <a:off x="1639158" y="3566061"/>
          <a:ext cx="976394" cy="976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065DB1-50B5-4307-B088-BDC6C122B0C0}">
      <dsp:nvSpPr>
        <dsp:cNvPr id="0" name=""/>
        <dsp:cNvSpPr/>
      </dsp:nvSpPr>
      <dsp:spPr>
        <a:xfrm>
          <a:off x="1844201" y="3771104"/>
          <a:ext cx="566308" cy="56630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2D3417-F0FB-4F53-A477-8FF48FA605B6}">
      <dsp:nvSpPr>
        <dsp:cNvPr id="0" name=""/>
        <dsp:cNvSpPr/>
      </dsp:nvSpPr>
      <dsp:spPr>
        <a:xfrm>
          <a:off x="2824779" y="3566061"/>
          <a:ext cx="2301500" cy="97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Market concentration exists in few regions.</a:t>
          </a:r>
        </a:p>
      </dsp:txBody>
      <dsp:txXfrm>
        <a:off x="2824779" y="3566061"/>
        <a:ext cx="2301500" cy="97639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E41345-8438-46DD-B850-BA3C3CEC34C9}">
      <dsp:nvSpPr>
        <dsp:cNvPr id="0" name=""/>
        <dsp:cNvSpPr/>
      </dsp:nvSpPr>
      <dsp:spPr>
        <a:xfrm>
          <a:off x="0" y="1358278"/>
          <a:ext cx="694944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68447A-150B-4ABF-8083-BEBD07BFE5D8}">
      <dsp:nvSpPr>
        <dsp:cNvPr id="0" name=""/>
        <dsp:cNvSpPr/>
      </dsp:nvSpPr>
      <dsp:spPr>
        <a:xfrm>
          <a:off x="347472" y="1122118"/>
          <a:ext cx="4864608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rgbClr val="FFFFFF"/>
              </a:solidFill>
              <a:ea typeface="+mn-ea"/>
              <a:cs typeface="+mn-cs"/>
            </a:rPr>
            <a:t>Insight:</a:t>
          </a:r>
          <a:endParaRPr lang="en-US" sz="1600" kern="1200">
            <a:solidFill>
              <a:srgbClr val="FFFFFF"/>
            </a:solidFill>
            <a:ea typeface="+mn-ea"/>
            <a:cs typeface="+mn-cs"/>
          </a:endParaRPr>
        </a:p>
      </dsp:txBody>
      <dsp:txXfrm>
        <a:off x="370529" y="1145175"/>
        <a:ext cx="4818494" cy="426206"/>
      </dsp:txXfrm>
    </dsp:sp>
    <dsp:sp modelId="{4E16EF27-960C-433E-A2FA-75A0AD9673CC}">
      <dsp:nvSpPr>
        <dsp:cNvPr id="0" name=""/>
        <dsp:cNvSpPr/>
      </dsp:nvSpPr>
      <dsp:spPr>
        <a:xfrm>
          <a:off x="0" y="2084038"/>
          <a:ext cx="694944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BDBB80-345A-4AC7-8044-7CF6B510E5D8}">
      <dsp:nvSpPr>
        <dsp:cNvPr id="0" name=""/>
        <dsp:cNvSpPr/>
      </dsp:nvSpPr>
      <dsp:spPr>
        <a:xfrm>
          <a:off x="347472" y="1847878"/>
          <a:ext cx="4864608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rgbClr val="FFFFFF"/>
              </a:solidFill>
              <a:ea typeface="+mn-ea"/>
              <a:cs typeface="+mn-cs"/>
            </a:rPr>
            <a:t>Few districts dominate transaction volume.</a:t>
          </a:r>
        </a:p>
      </dsp:txBody>
      <dsp:txXfrm>
        <a:off x="370529" y="1870935"/>
        <a:ext cx="4818494" cy="426206"/>
      </dsp:txXfrm>
    </dsp:sp>
    <dsp:sp modelId="{5011603F-5AFF-4FA6-BBBC-FDBB909C4B9C}">
      <dsp:nvSpPr>
        <dsp:cNvPr id="0" name=""/>
        <dsp:cNvSpPr/>
      </dsp:nvSpPr>
      <dsp:spPr>
        <a:xfrm>
          <a:off x="0" y="2809798"/>
          <a:ext cx="694944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B8152D-44E8-4625-9C14-F172A423F7A1}">
      <dsp:nvSpPr>
        <dsp:cNvPr id="0" name=""/>
        <dsp:cNvSpPr/>
      </dsp:nvSpPr>
      <dsp:spPr>
        <a:xfrm>
          <a:off x="347472" y="2573638"/>
          <a:ext cx="4864608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FF"/>
              </a:solidFill>
              <a:latin typeface="Avenir Next LT Pro"/>
              <a:ea typeface="+mn-ea"/>
              <a:cs typeface="+mn-cs"/>
            </a:rPr>
            <a:t>Certain pin codes show extremely high activity.</a:t>
          </a:r>
        </a:p>
      </dsp:txBody>
      <dsp:txXfrm>
        <a:off x="370529" y="2596695"/>
        <a:ext cx="4818494" cy="426206"/>
      </dsp:txXfrm>
    </dsp:sp>
    <dsp:sp modelId="{737C5EA9-8708-49ED-AFE8-8D884DDC6E00}">
      <dsp:nvSpPr>
        <dsp:cNvPr id="0" name=""/>
        <dsp:cNvSpPr/>
      </dsp:nvSpPr>
      <dsp:spPr>
        <a:xfrm>
          <a:off x="0" y="3535558"/>
          <a:ext cx="694944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ABD33D-340C-4848-A131-5223AD304947}">
      <dsp:nvSpPr>
        <dsp:cNvPr id="0" name=""/>
        <dsp:cNvSpPr/>
      </dsp:nvSpPr>
      <dsp:spPr>
        <a:xfrm>
          <a:off x="347472" y="3299398"/>
          <a:ext cx="4864608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FF"/>
              </a:solidFill>
              <a:latin typeface="Avenir Next LT Pro"/>
              <a:ea typeface="+mn-ea"/>
              <a:cs typeface="+mn-cs"/>
            </a:rPr>
            <a:t>Urban areas contribute higher transaction value.</a:t>
          </a:r>
        </a:p>
      </dsp:txBody>
      <dsp:txXfrm>
        <a:off x="370529" y="3322455"/>
        <a:ext cx="4818494" cy="426206"/>
      </dsp:txXfrm>
    </dsp:sp>
    <dsp:sp modelId="{3F3ED06D-6BE0-4441-B56E-50A74C79F879}">
      <dsp:nvSpPr>
        <dsp:cNvPr id="0" name=""/>
        <dsp:cNvSpPr/>
      </dsp:nvSpPr>
      <dsp:spPr>
        <a:xfrm>
          <a:off x="0" y="4261318"/>
          <a:ext cx="694944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81D51C-7E4D-486F-BDE8-2037B51A0088}">
      <dsp:nvSpPr>
        <dsp:cNvPr id="0" name=""/>
        <dsp:cNvSpPr/>
      </dsp:nvSpPr>
      <dsp:spPr>
        <a:xfrm>
          <a:off x="347472" y="4025158"/>
          <a:ext cx="4864608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FF"/>
              </a:solidFill>
              <a:ea typeface="+mn-ea"/>
              <a:cs typeface="+mn-cs"/>
            </a:rPr>
            <a:t>Growth potential exists in semi-urban districts.</a:t>
          </a:r>
        </a:p>
      </dsp:txBody>
      <dsp:txXfrm>
        <a:off x="370529" y="4048215"/>
        <a:ext cx="4818494" cy="426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11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984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119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438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002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420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64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926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435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963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18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597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4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3D Hologram from iPad">
            <a:extLst>
              <a:ext uri="{FF2B5EF4-FFF2-40B4-BE49-F238E27FC236}">
                <a16:creationId xmlns:a16="http://schemas.microsoft.com/office/drawing/2014/main" id="{607E0786-E53F-440F-9B25-EFA3AF7052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4629" r="-2" b="10973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US" sz="5000" b="1">
                <a:solidFill>
                  <a:srgbClr val="FFFFFF"/>
                </a:solidFill>
                <a:ea typeface="+mj-lt"/>
                <a:cs typeface="+mj-lt"/>
              </a:rPr>
              <a:t>PhonePe Data Analysis</a:t>
            </a:r>
            <a:br>
              <a:rPr lang="en-US" sz="5000" b="1">
                <a:solidFill>
                  <a:srgbClr val="FFFFFF"/>
                </a:solidFill>
                <a:ea typeface="+mj-lt"/>
                <a:cs typeface="+mj-lt"/>
              </a:rPr>
            </a:br>
            <a:r>
              <a:rPr lang="en-US" sz="5000" b="1">
                <a:solidFill>
                  <a:srgbClr val="FFFFFF"/>
                </a:solidFill>
                <a:ea typeface="+mj-lt"/>
                <a:cs typeface="+mj-lt"/>
              </a:rPr>
              <a:t> Transaction, User &amp; Market Insights</a:t>
            </a:r>
            <a:endParaRPr lang="en-US" sz="500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endParaRPr lang="en-US" sz="1500">
              <a:solidFill>
                <a:srgbClr val="FFFFFF"/>
              </a:solidFill>
              <a:ea typeface="+mn-lt"/>
              <a:cs typeface="+mn-lt"/>
            </a:endParaRPr>
          </a:p>
          <a:p>
            <a:pPr>
              <a:lnSpc>
                <a:spcPct val="110000"/>
              </a:lnSpc>
            </a:pPr>
            <a:endParaRPr lang="en-US" sz="1500">
              <a:solidFill>
                <a:srgbClr val="FFFFFF"/>
              </a:solidFill>
              <a:ea typeface="+mn-lt"/>
              <a:cs typeface="+mn-lt"/>
            </a:endParaRPr>
          </a:p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Presented by: </a:t>
            </a:r>
            <a:r>
              <a:rPr lang="en-US" sz="1600" i="1" dirty="0">
                <a:solidFill>
                  <a:srgbClr val="FFFFFF"/>
                </a:solidFill>
                <a:ea typeface="+mn-lt"/>
                <a:cs typeface="+mn-lt"/>
              </a:rPr>
              <a:t>Baby Prabha A</a:t>
            </a:r>
            <a:br>
              <a:rPr lang="en-US" sz="1600" i="1" dirty="0">
                <a:ea typeface="+mn-lt"/>
                <a:cs typeface="+mn-lt"/>
              </a:rPr>
            </a:br>
            <a:r>
              <a:rPr lang="en-US" sz="1600" i="1" dirty="0">
                <a:solidFill>
                  <a:srgbClr val="FFFFFF"/>
                </a:solidFill>
                <a:ea typeface="+mn-lt"/>
                <a:cs typeface="+mn-lt"/>
              </a:rPr>
              <a:t> Tools Used: SQL | Python | </a:t>
            </a:r>
            <a:r>
              <a:rPr lang="en-US" sz="1600" i="1" err="1">
                <a:solidFill>
                  <a:srgbClr val="FFFFFF"/>
                </a:solidFill>
                <a:ea typeface="+mn-lt"/>
                <a:cs typeface="+mn-lt"/>
              </a:rPr>
              <a:t>Streamlit</a:t>
            </a:r>
            <a:r>
              <a:rPr lang="en-US" sz="1600" i="1" dirty="0">
                <a:solidFill>
                  <a:srgbClr val="FFFFFF"/>
                </a:solidFill>
                <a:ea typeface="+mn-lt"/>
                <a:cs typeface="+mn-lt"/>
              </a:rPr>
              <a:t> | </a:t>
            </a:r>
            <a:r>
              <a:rPr lang="en-US" sz="1600" i="1" err="1">
                <a:solidFill>
                  <a:srgbClr val="FFFFFF"/>
                </a:solidFill>
                <a:ea typeface="+mn-lt"/>
                <a:cs typeface="+mn-lt"/>
              </a:rPr>
              <a:t>Plotly</a:t>
            </a:r>
            <a:endParaRPr lang="en-US" sz="1600" err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E276E-670E-3930-5A9F-1C2D78FB1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ea typeface="+mj-lt"/>
                <a:cs typeface="+mj-lt"/>
              </a:rPr>
              <a:t>Project Objective</a:t>
            </a:r>
            <a:endParaRPr lang="en-US" sz="4400" dirty="0"/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FF90FCF4-55A4-BD82-D719-127E6FE4B86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7779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92E03-3B3E-2865-1EDD-6FEE80C4C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Data Source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806CF0B7-0557-6BAF-E233-70DA8ACB68B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0598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F150B-9CD5-B243-F8B1-9F234E904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Tools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37C03D-519C-2F40-689C-6E6C2327911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0317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9DD135-0DC0-CFF1-BD8F-6F09668BD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Business Case 1: Decoding Transaction Dynamics</a:t>
            </a:r>
            <a:endParaRPr lang="en-US" dirty="0"/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1C790A46-0E0A-F3E7-446D-900911B0C6A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2212848"/>
          <a:ext cx="6035041" cy="4096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Picture 11" descr="Calculator, pen, compass, money and a paper with graphs printed on it">
            <a:extLst>
              <a:ext uri="{FF2B5EF4-FFF2-40B4-BE49-F238E27FC236}">
                <a16:creationId xmlns:a16="http://schemas.microsoft.com/office/drawing/2014/main" id="{EB9B931D-0823-8FA3-5ADA-04BB4125CB2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9326" r="28029" b="8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163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A0F39-E323-EECD-84A6-576EE5AC4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Business Case 2: Device Dominance &amp; User Engagement</a:t>
            </a:r>
            <a:endParaRPr lang="en-US" dirty="0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8767BB94-4174-2820-2DE8-7F5B662EF34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3494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46076-3FCA-616D-96BB-4EF3EFBC5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Business Case 3: Insurance Transaction Growth</a:t>
            </a:r>
            <a:endParaRPr lang="en-US"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DC03B752-95E1-1A64-07DF-5371568E1DC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9508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49DE4-3CA2-8DA4-A741-A4300E313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Business Case 4: Market Expansion Analysis</a:t>
            </a: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D663F63-2A6E-FE4F-C5F8-EB67B27D545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9808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49CC61-58D7-4F0B-E856-32034972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Business Case 5: Top Performing States, Districts &amp; Pin Codes</a:t>
            </a:r>
            <a:endParaRPr lang="en-US" dirty="0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BEEA054B-263E-2227-55C8-245D1FA9F8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8571176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9612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2AFC67-0973-EC0D-F14E-710D701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D1A43C-80A0-80FF-F9A2-DBFB24E5B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3553412" cy="1527048"/>
          </a:xfrm>
        </p:spPr>
        <p:txBody>
          <a:bodyPr anchor="b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6708D-C2CE-5B15-7BF2-653F16B06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3553412" cy="41224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Digital payment adoption is growing steadily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Market performance varies by region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Data-driven strategies can accelerate expansion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This analysis supports targeted growth and strategic planning.</a:t>
            </a:r>
          </a:p>
          <a:p>
            <a:endParaRPr lang="en-US" sz="1800"/>
          </a:p>
        </p:txBody>
      </p:sp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A2B1966E-A204-037D-BD82-C0CF4B3F77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64" r="19132" b="-3"/>
          <a:stretch>
            <a:fillRect/>
          </a:stretch>
        </p:blipFill>
        <p:spPr>
          <a:xfrm>
            <a:off x="4752550" y="10"/>
            <a:ext cx="743945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10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1E0DC6F-DB0E-DBE1-8178-AE81BC6B9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erial view of a highway near the ocean">
            <a:extLst>
              <a:ext uri="{FF2B5EF4-FFF2-40B4-BE49-F238E27FC236}">
                <a16:creationId xmlns:a16="http://schemas.microsoft.com/office/drawing/2014/main" id="{881443A0-A7F3-6F14-A140-C347AFB4EA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31" r="9085" b="2063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4D07BF5-D29E-918E-55FE-747AF2A0E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66726" cy="685800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2E42C-BDA9-B77D-CF7A-1D8161FD7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229" y="3084953"/>
            <a:ext cx="9008591" cy="14175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8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87810898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VanillaVTI</vt:lpstr>
      <vt:lpstr>PhonePe Data Analysis  Transaction, User &amp; Market Insights</vt:lpstr>
      <vt:lpstr>Project Objective</vt:lpstr>
      <vt:lpstr>Data Source</vt:lpstr>
      <vt:lpstr>Tools Used</vt:lpstr>
      <vt:lpstr>Business Case 1: Decoding Transaction Dynamics</vt:lpstr>
      <vt:lpstr>Business Case 2: Device Dominance &amp; User Engagement</vt:lpstr>
      <vt:lpstr>Business Case 3: Insurance Transaction Growth</vt:lpstr>
      <vt:lpstr>Business Case 4: Market Expansion Analysis</vt:lpstr>
      <vt:lpstr>Business Case 5: Top Performing States, Districts &amp; Pin Codes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131</cp:revision>
  <dcterms:created xsi:type="dcterms:W3CDTF">2026-02-13T08:11:11Z</dcterms:created>
  <dcterms:modified xsi:type="dcterms:W3CDTF">2026-02-13T08:41:35Z</dcterms:modified>
</cp:coreProperties>
</file>